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9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embeddedFontLst>
    <p:embeddedFont>
      <p:font typeface="Montserrat SemiBold"/>
      <p:regular r:id="rId24"/>
      <p:bold r:id="rId25"/>
      <p:italic r:id="rId26"/>
      <p:boldItalic r:id="rId27"/>
    </p:embeddedFont>
    <p:embeddedFont>
      <p:font typeface="Montserrat"/>
      <p:regular r:id="rId28"/>
      <p:bold r:id="rId29"/>
      <p:italic r:id="rId30"/>
      <p:boldItalic r:id="rId31"/>
    </p:embeddedFont>
    <p:embeddedFont>
      <p:font typeface="Montserrat Medium"/>
      <p:regular r:id="rId32"/>
      <p:bold r:id="rId33"/>
      <p:italic r:id="rId34"/>
      <p:boldItalic r:id="rId35"/>
    </p:embeddedFont>
    <p:embeddedFont>
      <p:font typeface="Montserrat Light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MontserratSemiBold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SemiBold-italic.fntdata"/><Relationship Id="rId25" Type="http://schemas.openxmlformats.org/officeDocument/2006/relationships/font" Target="fonts/MontserratSemiBold-bold.fntdata"/><Relationship Id="rId28" Type="http://schemas.openxmlformats.org/officeDocument/2006/relationships/font" Target="fonts/Montserrat-regular.fntdata"/><Relationship Id="rId27" Type="http://schemas.openxmlformats.org/officeDocument/2006/relationships/font" Target="fonts/MontserratSemiBold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-boldItalic.fntdata"/><Relationship Id="rId30" Type="http://schemas.openxmlformats.org/officeDocument/2006/relationships/font" Target="fonts/Montserrat-italic.fntdata"/><Relationship Id="rId11" Type="http://schemas.openxmlformats.org/officeDocument/2006/relationships/slide" Target="slides/slide6.xml"/><Relationship Id="rId33" Type="http://schemas.openxmlformats.org/officeDocument/2006/relationships/font" Target="fonts/MontserratMedium-bold.fntdata"/><Relationship Id="rId10" Type="http://schemas.openxmlformats.org/officeDocument/2006/relationships/slide" Target="slides/slide5.xml"/><Relationship Id="rId32" Type="http://schemas.openxmlformats.org/officeDocument/2006/relationships/font" Target="fonts/MontserratMedium-regular.fntdata"/><Relationship Id="rId13" Type="http://schemas.openxmlformats.org/officeDocument/2006/relationships/slide" Target="slides/slide8.xml"/><Relationship Id="rId35" Type="http://schemas.openxmlformats.org/officeDocument/2006/relationships/font" Target="fonts/MontserratMedium-boldItalic.fntdata"/><Relationship Id="rId12" Type="http://schemas.openxmlformats.org/officeDocument/2006/relationships/slide" Target="slides/slide7.xml"/><Relationship Id="rId34" Type="http://schemas.openxmlformats.org/officeDocument/2006/relationships/font" Target="fonts/MontserratMedium-italic.fntdata"/><Relationship Id="rId15" Type="http://schemas.openxmlformats.org/officeDocument/2006/relationships/slide" Target="slides/slide10.xml"/><Relationship Id="rId37" Type="http://schemas.openxmlformats.org/officeDocument/2006/relationships/font" Target="fonts/MontserratLight-bold.fntdata"/><Relationship Id="rId14" Type="http://schemas.openxmlformats.org/officeDocument/2006/relationships/slide" Target="slides/slide9.xml"/><Relationship Id="rId36" Type="http://schemas.openxmlformats.org/officeDocument/2006/relationships/font" Target="fonts/MontserratLight-regular.fntdata"/><Relationship Id="rId17" Type="http://schemas.openxmlformats.org/officeDocument/2006/relationships/slide" Target="slides/slide12.xml"/><Relationship Id="rId39" Type="http://schemas.openxmlformats.org/officeDocument/2006/relationships/font" Target="fonts/MontserratLight-boldItalic.fntdata"/><Relationship Id="rId16" Type="http://schemas.openxmlformats.org/officeDocument/2006/relationships/slide" Target="slides/slide11.xml"/><Relationship Id="rId38" Type="http://schemas.openxmlformats.org/officeDocument/2006/relationships/font" Target="fonts/MontserratLight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e5f457061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e5f457061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e5f4570613_0_5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3e5f4570613_0_5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e5f4570613_0_306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39" name="Google Shape;539;g3e5f4570613_0_306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3e5f4570613_0_45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6" name="Google Shape;556;g3e5f4570613_0_4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3f2872c74ca_0_9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2" name="Google Shape;562;g3f2872c74ca_0_9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e5f4570613_0_5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3e5f4570613_0_5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3e5f4570613_0_50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3e5f4570613_0_50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e5f4570613_0_53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2" name="Google Shape;622;g3e5f4570613_0_53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3e5f85fd5f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8" name="Google Shape;628;g3e5f85fd5f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e5f85fd5f1_0_2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4" name="Google Shape;664;g3e5f85fd5f1_0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3e5f866e247_13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0" name="Google Shape;670;g3e5f866e247_13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g3e5f866e247_13_3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1" name="Google Shape;691;g3e5f866e247_13_3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3e5f866e247_13_5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3e5f866e247_13_5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3e5fd56131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5" name="Google Shape;735;g3e5fd56131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f28f499e20_0_1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3f28f499e20_0_1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g3f28f499e20_0_12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9" name="Google Shape;769;g3f28f499e20_0_12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3e5fd56131d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3e5fd56131d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g3e5f4570613_0_10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8" name="Google Shape;798;g3e5f4570613_0_10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jp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esentation opener">
  <p:cSld name="CUSTOM_27_1_2_1_1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2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esentation title with image placeholder">
  <p:cSld name="CUSTOM_27_1_1_1_2_1_1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540000" y="1608950"/>
            <a:ext cx="4544700" cy="1523400"/>
          </a:xfrm>
          <a:prstGeom prst="rect">
            <a:avLst/>
          </a:prstGeom>
        </p:spPr>
        <p:txBody>
          <a:bodyPr anchorCtr="0" anchor="ctr" bIns="0" lIns="0" spcFirstLastPara="1" rIns="72000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Font typeface="Montserrat Light"/>
              <a:buNone/>
              <a:defRPr b="0" sz="38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539875" y="1260000"/>
            <a:ext cx="4544700" cy="193500"/>
          </a:xfrm>
          <a:prstGeom prst="rect">
            <a:avLst/>
          </a:prstGeom>
        </p:spPr>
        <p:txBody>
          <a:bodyPr anchorCtr="0" anchor="t" bIns="0" lIns="0" spcFirstLastPara="1" rIns="72000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2" type="body"/>
          </p:nvPr>
        </p:nvSpPr>
        <p:spPr>
          <a:xfrm>
            <a:off x="540000" y="3287800"/>
            <a:ext cx="4544700" cy="726600"/>
          </a:xfrm>
          <a:prstGeom prst="rect">
            <a:avLst/>
          </a:prstGeom>
        </p:spPr>
        <p:txBody>
          <a:bodyPr anchorCtr="0" anchor="t" bIns="0" lIns="0" spcFirstLastPara="1" rIns="72000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18" name="Google Shape;18;p3"/>
          <p:cNvSpPr/>
          <p:nvPr>
            <p:ph idx="3" type="pic"/>
          </p:nvPr>
        </p:nvSpPr>
        <p:spPr>
          <a:xfrm>
            <a:off x="5204550" y="-827700"/>
            <a:ext cx="6798900" cy="67989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660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_27_1_1_1_1_1_1_1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-2353025" y="-824250"/>
            <a:ext cx="6800400" cy="68004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40000" y="561900"/>
            <a:ext cx="3248700" cy="4028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Medium"/>
              <a:buNone/>
              <a:defRPr sz="35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4800600" y="561900"/>
            <a:ext cx="3803700" cy="4028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660">
          <p15:clr>
            <a:srgbClr val="E46962"/>
          </p15:clr>
        </p15:guide>
        <p15:guide id="2" orient="horz" pos="354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 only">
  <p:cSld name="TITLE_1_1_4_2_1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, subheader, text">
  <p:cSld name="TITLE_1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540000" y="1080000"/>
            <a:ext cx="8064000" cy="34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8" name="Google Shape;28;p6"/>
          <p:cNvSpPr txBox="1"/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" name="Google Shape;29;p6"/>
          <p:cNvSpPr txBox="1"/>
          <p:nvPr>
            <p:ph idx="2" type="subTitle"/>
          </p:nvPr>
        </p:nvSpPr>
        <p:spPr>
          <a:xfrm>
            <a:off x="540000" y="648125"/>
            <a:ext cx="80640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, text">
  <p:cSld name="TITLE_1_2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 Medium"/>
              <a:buNone/>
              <a:defRPr sz="2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2" name="Google Shape;32;p7"/>
          <p:cNvSpPr txBox="1"/>
          <p:nvPr>
            <p:ph idx="1" type="body"/>
          </p:nvPr>
        </p:nvSpPr>
        <p:spPr>
          <a:xfrm>
            <a:off x="540000" y="1080000"/>
            <a:ext cx="8064000" cy="351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sections">
  <p:cSld name="TITLE_1_1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8"/>
          <p:cNvSpPr txBox="1"/>
          <p:nvPr>
            <p:ph idx="1" type="subTitle"/>
          </p:nvPr>
        </p:nvSpPr>
        <p:spPr>
          <a:xfrm>
            <a:off x="543231" y="1080000"/>
            <a:ext cx="3812400" cy="221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6" name="Google Shape;36;p8"/>
          <p:cNvSpPr txBox="1"/>
          <p:nvPr>
            <p:ph idx="2" type="body"/>
          </p:nvPr>
        </p:nvSpPr>
        <p:spPr>
          <a:xfrm>
            <a:off x="541875" y="1348000"/>
            <a:ext cx="3812400" cy="126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8925" lvl="0" marL="457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8925" lvl="1" marL="914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8925" lvl="2" marL="1371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8925" lvl="3" marL="1828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8925" lvl="4" marL="22860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8925" lvl="5" marL="2743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8925" lvl="6" marL="3200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8925" lvl="7" marL="3657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8925" lvl="8" marL="4114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3" type="subTitle"/>
          </p:nvPr>
        </p:nvSpPr>
        <p:spPr>
          <a:xfrm>
            <a:off x="4791593" y="1080000"/>
            <a:ext cx="3812400" cy="221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4" type="body"/>
          </p:nvPr>
        </p:nvSpPr>
        <p:spPr>
          <a:xfrm>
            <a:off x="4790226" y="1348000"/>
            <a:ext cx="3812400" cy="126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8925" lvl="0" marL="457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8925" lvl="1" marL="914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8925" lvl="2" marL="1371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8925" lvl="3" marL="1828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8925" lvl="4" marL="22860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8925" lvl="5" marL="2743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8925" lvl="6" marL="3200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8925" lvl="7" marL="3657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8925" lvl="8" marL="4114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9" name="Google Shape;39;p8"/>
          <p:cNvSpPr txBox="1"/>
          <p:nvPr>
            <p:ph idx="5" type="subTitle"/>
          </p:nvPr>
        </p:nvSpPr>
        <p:spPr>
          <a:xfrm>
            <a:off x="542294" y="3018975"/>
            <a:ext cx="3812400" cy="221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0" name="Google Shape;40;p8"/>
          <p:cNvSpPr txBox="1"/>
          <p:nvPr>
            <p:ph idx="6" type="body"/>
          </p:nvPr>
        </p:nvSpPr>
        <p:spPr>
          <a:xfrm>
            <a:off x="540938" y="3286975"/>
            <a:ext cx="3812400" cy="126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8925" lvl="0" marL="457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8925" lvl="1" marL="914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8925" lvl="2" marL="1371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8925" lvl="3" marL="1828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8925" lvl="4" marL="22860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8925" lvl="5" marL="2743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8925" lvl="6" marL="3200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8925" lvl="7" marL="3657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8925" lvl="8" marL="4114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1" name="Google Shape;41;p8"/>
          <p:cNvSpPr txBox="1"/>
          <p:nvPr>
            <p:ph idx="7" type="subTitle"/>
          </p:nvPr>
        </p:nvSpPr>
        <p:spPr>
          <a:xfrm>
            <a:off x="4790656" y="3018975"/>
            <a:ext cx="3812400" cy="221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2" name="Google Shape;42;p8"/>
          <p:cNvSpPr txBox="1"/>
          <p:nvPr>
            <p:ph idx="8" type="body"/>
          </p:nvPr>
        </p:nvSpPr>
        <p:spPr>
          <a:xfrm>
            <a:off x="4789288" y="3286975"/>
            <a:ext cx="3812400" cy="126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8925" lvl="0" marL="457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8925" lvl="1" marL="914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8925" lvl="2" marL="1371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8925" lvl="3" marL="1828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8925" lvl="4" marL="22860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8925" lvl="5" marL="2743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8925" lvl="6" marL="3200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8925" lvl="7" marL="3657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8925" lvl="8" marL="4114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cxnSp>
        <p:nvCxnSpPr>
          <p:cNvPr id="43" name="Google Shape;43;p8"/>
          <p:cNvCxnSpPr/>
          <p:nvPr/>
        </p:nvCxnSpPr>
        <p:spPr>
          <a:xfrm>
            <a:off x="549450" y="2817925"/>
            <a:ext cx="80451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4" name="Google Shape;44;p8"/>
          <p:cNvCxnSpPr>
            <a:stCxn id="45" idx="2"/>
            <a:endCxn id="45" idx="0"/>
          </p:cNvCxnSpPr>
          <p:nvPr/>
        </p:nvCxnSpPr>
        <p:spPr>
          <a:xfrm rot="10800000">
            <a:off x="4572000" y="1080000"/>
            <a:ext cx="0" cy="34674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opener with image placeholder">
  <p:cSld name="CUSTOM_27_1_1_1_2_3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/>
          <p:nvPr>
            <p:ph idx="2" type="pic"/>
          </p:nvPr>
        </p:nvSpPr>
        <p:spPr>
          <a:xfrm>
            <a:off x="5204550" y="-827700"/>
            <a:ext cx="6798900" cy="6798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8" name="Google Shape;48;p9"/>
          <p:cNvSpPr txBox="1"/>
          <p:nvPr>
            <p:ph type="title"/>
          </p:nvPr>
        </p:nvSpPr>
        <p:spPr>
          <a:xfrm>
            <a:off x="540000" y="1984525"/>
            <a:ext cx="4544700" cy="1523400"/>
          </a:xfrm>
          <a:prstGeom prst="rect">
            <a:avLst/>
          </a:prstGeom>
        </p:spPr>
        <p:txBody>
          <a:bodyPr anchorCtr="0" anchor="ctr" bIns="0" lIns="0" spcFirstLastPara="1" rIns="72000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Font typeface="Montserrat Light"/>
              <a:buNone/>
              <a:defRPr b="0" sz="38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9" name="Google Shape;49;p9"/>
          <p:cNvSpPr txBox="1"/>
          <p:nvPr>
            <p:ph idx="1" type="subTitle"/>
          </p:nvPr>
        </p:nvSpPr>
        <p:spPr>
          <a:xfrm>
            <a:off x="540000" y="1635575"/>
            <a:ext cx="4544700" cy="193500"/>
          </a:xfrm>
          <a:prstGeom prst="rect">
            <a:avLst/>
          </a:prstGeom>
        </p:spPr>
        <p:txBody>
          <a:bodyPr anchorCtr="0" anchor="t" bIns="0" lIns="0" spcFirstLastPara="1" rIns="72000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660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opener with number">
  <p:cSld name="CUSTOM_27_1_1_1_2_2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-931925" y="1671750"/>
            <a:ext cx="1800000" cy="1800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52" name="Google Shape;52;p10"/>
          <p:cNvSpPr txBox="1"/>
          <p:nvPr>
            <p:ph type="title"/>
          </p:nvPr>
        </p:nvSpPr>
        <p:spPr>
          <a:xfrm>
            <a:off x="1378200" y="1308600"/>
            <a:ext cx="1491900" cy="196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0"/>
              <a:buFont typeface="Montserrat Light"/>
              <a:buNone/>
              <a:defRPr sz="15000">
                <a:solidFill>
                  <a:schemeClr val="lt2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53" name="Google Shape;53;p10"/>
          <p:cNvSpPr txBox="1"/>
          <p:nvPr>
            <p:ph idx="2" type="title"/>
          </p:nvPr>
        </p:nvSpPr>
        <p:spPr>
          <a:xfrm>
            <a:off x="3648475" y="1732625"/>
            <a:ext cx="4955400" cy="1040100"/>
          </a:xfrm>
          <a:prstGeom prst="rect">
            <a:avLst/>
          </a:prstGeom>
        </p:spPr>
        <p:txBody>
          <a:bodyPr anchorCtr="0" anchor="ctr" bIns="0" lIns="0" spcFirstLastPara="1" rIns="72000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Font typeface="Montserrat Light"/>
              <a:buNone/>
              <a:defRPr b="0" sz="38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3648475" y="2950625"/>
            <a:ext cx="4955400" cy="510000"/>
          </a:xfrm>
          <a:prstGeom prst="rect">
            <a:avLst/>
          </a:prstGeom>
        </p:spPr>
        <p:txBody>
          <a:bodyPr anchorCtr="0" anchor="t" bIns="0" lIns="0" spcFirstLastPara="1" rIns="72000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660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opener with number and image placeholder">
  <p:cSld name="CUSTOM_27_1_1_1_2_2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 txBox="1"/>
          <p:nvPr>
            <p:ph type="title"/>
          </p:nvPr>
        </p:nvSpPr>
        <p:spPr>
          <a:xfrm>
            <a:off x="540000" y="1232400"/>
            <a:ext cx="1491900" cy="196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0"/>
              <a:buFont typeface="Montserrat Light"/>
              <a:buNone/>
              <a:defRPr sz="15000">
                <a:solidFill>
                  <a:schemeClr val="lt2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2" type="title"/>
          </p:nvPr>
        </p:nvSpPr>
        <p:spPr>
          <a:xfrm>
            <a:off x="2353075" y="1656425"/>
            <a:ext cx="3386100" cy="1523400"/>
          </a:xfrm>
          <a:prstGeom prst="rect">
            <a:avLst/>
          </a:prstGeom>
        </p:spPr>
        <p:txBody>
          <a:bodyPr anchorCtr="0" anchor="ctr" bIns="0" lIns="0" spcFirstLastPara="1" rIns="72000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Font typeface="Montserrat Light"/>
              <a:buNone/>
              <a:defRPr b="0" sz="38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58" name="Google Shape;58;p11"/>
          <p:cNvSpPr txBox="1"/>
          <p:nvPr>
            <p:ph idx="1" type="body"/>
          </p:nvPr>
        </p:nvSpPr>
        <p:spPr>
          <a:xfrm>
            <a:off x="2353075" y="3335275"/>
            <a:ext cx="3386100" cy="726600"/>
          </a:xfrm>
          <a:prstGeom prst="rect">
            <a:avLst/>
          </a:prstGeom>
        </p:spPr>
        <p:txBody>
          <a:bodyPr anchorCtr="0" anchor="t" bIns="0" lIns="0" spcFirstLastPara="1" rIns="72000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59" name="Google Shape;59;p11"/>
          <p:cNvSpPr txBox="1"/>
          <p:nvPr>
            <p:ph idx="12" type="sldNum"/>
          </p:nvPr>
        </p:nvSpPr>
        <p:spPr>
          <a:xfrm>
            <a:off x="4578475" y="4783500"/>
            <a:ext cx="40254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0" name="Google Shape;60;p11"/>
          <p:cNvSpPr/>
          <p:nvPr>
            <p:ph idx="3" type="pic"/>
          </p:nvPr>
        </p:nvSpPr>
        <p:spPr>
          <a:xfrm>
            <a:off x="6042750" y="-827700"/>
            <a:ext cx="6798900" cy="67989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660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 image">
  <p:cSld name="CUSTOM_27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/>
          <p:nvPr>
            <p:ph idx="2" type="pic"/>
          </p:nvPr>
        </p:nvSpPr>
        <p:spPr>
          <a:xfrm>
            <a:off x="-8300" y="0"/>
            <a:ext cx="91440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18_2_2_1_1_1_1_3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presentation - 12 people">
  <p:cSld name="TITLE_1_1_5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4"/>
          <p:cNvSpPr/>
          <p:nvPr>
            <p:ph idx="2" type="pic"/>
          </p:nvPr>
        </p:nvSpPr>
        <p:spPr>
          <a:xfrm>
            <a:off x="540000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7" name="Google Shape;67;p14"/>
          <p:cNvSpPr/>
          <p:nvPr>
            <p:ph idx="3" type="pic"/>
          </p:nvPr>
        </p:nvSpPr>
        <p:spPr>
          <a:xfrm>
            <a:off x="3410000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8" name="Google Shape;68;p14"/>
          <p:cNvSpPr/>
          <p:nvPr>
            <p:ph idx="4" type="pic"/>
          </p:nvPr>
        </p:nvSpPr>
        <p:spPr>
          <a:xfrm>
            <a:off x="4845000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14"/>
          <p:cNvSpPr/>
          <p:nvPr>
            <p:ph idx="5" type="pic"/>
          </p:nvPr>
        </p:nvSpPr>
        <p:spPr>
          <a:xfrm>
            <a:off x="6280000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14"/>
          <p:cNvSpPr/>
          <p:nvPr>
            <p:ph idx="6" type="pic"/>
          </p:nvPr>
        </p:nvSpPr>
        <p:spPr>
          <a:xfrm>
            <a:off x="7715000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14"/>
          <p:cNvSpPr/>
          <p:nvPr>
            <p:ph idx="7" type="pic"/>
          </p:nvPr>
        </p:nvSpPr>
        <p:spPr>
          <a:xfrm>
            <a:off x="1975000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14"/>
          <p:cNvSpPr txBox="1"/>
          <p:nvPr>
            <p:ph idx="8" type="title"/>
          </p:nvPr>
        </p:nvSpPr>
        <p:spPr>
          <a:xfrm>
            <a:off x="540000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4"/>
          <p:cNvSpPr txBox="1"/>
          <p:nvPr>
            <p:ph idx="9" type="title"/>
          </p:nvPr>
        </p:nvSpPr>
        <p:spPr>
          <a:xfrm>
            <a:off x="540025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4"/>
          <p:cNvSpPr txBox="1"/>
          <p:nvPr>
            <p:ph idx="13" type="title"/>
          </p:nvPr>
        </p:nvSpPr>
        <p:spPr>
          <a:xfrm>
            <a:off x="1974988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4"/>
          <p:cNvSpPr txBox="1"/>
          <p:nvPr>
            <p:ph idx="14" type="title"/>
          </p:nvPr>
        </p:nvSpPr>
        <p:spPr>
          <a:xfrm>
            <a:off x="1975013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4"/>
          <p:cNvSpPr txBox="1"/>
          <p:nvPr>
            <p:ph idx="15" type="title"/>
          </p:nvPr>
        </p:nvSpPr>
        <p:spPr>
          <a:xfrm>
            <a:off x="3409975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4"/>
          <p:cNvSpPr txBox="1"/>
          <p:nvPr>
            <p:ph idx="16" type="title"/>
          </p:nvPr>
        </p:nvSpPr>
        <p:spPr>
          <a:xfrm>
            <a:off x="3410000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4"/>
          <p:cNvSpPr txBox="1"/>
          <p:nvPr>
            <p:ph idx="17" type="title"/>
          </p:nvPr>
        </p:nvSpPr>
        <p:spPr>
          <a:xfrm>
            <a:off x="4844988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4"/>
          <p:cNvSpPr txBox="1"/>
          <p:nvPr>
            <p:ph idx="18" type="title"/>
          </p:nvPr>
        </p:nvSpPr>
        <p:spPr>
          <a:xfrm>
            <a:off x="4845013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9" type="title"/>
          </p:nvPr>
        </p:nvSpPr>
        <p:spPr>
          <a:xfrm>
            <a:off x="6279988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20" type="title"/>
          </p:nvPr>
        </p:nvSpPr>
        <p:spPr>
          <a:xfrm>
            <a:off x="6280013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21" type="title"/>
          </p:nvPr>
        </p:nvSpPr>
        <p:spPr>
          <a:xfrm>
            <a:off x="7715025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22" type="title"/>
          </p:nvPr>
        </p:nvSpPr>
        <p:spPr>
          <a:xfrm>
            <a:off x="7715050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4"/>
          <p:cNvSpPr/>
          <p:nvPr>
            <p:ph idx="23" type="pic"/>
          </p:nvPr>
        </p:nvSpPr>
        <p:spPr>
          <a:xfrm>
            <a:off x="534475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5" name="Google Shape;85;p14"/>
          <p:cNvSpPr/>
          <p:nvPr>
            <p:ph idx="24" type="pic"/>
          </p:nvPr>
        </p:nvSpPr>
        <p:spPr>
          <a:xfrm>
            <a:off x="3404475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6" name="Google Shape;86;p14"/>
          <p:cNvSpPr/>
          <p:nvPr>
            <p:ph idx="25" type="pic"/>
          </p:nvPr>
        </p:nvSpPr>
        <p:spPr>
          <a:xfrm>
            <a:off x="4839475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" name="Google Shape;87;p14"/>
          <p:cNvSpPr/>
          <p:nvPr>
            <p:ph idx="26" type="pic"/>
          </p:nvPr>
        </p:nvSpPr>
        <p:spPr>
          <a:xfrm>
            <a:off x="6274475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" name="Google Shape;88;p14"/>
          <p:cNvSpPr/>
          <p:nvPr>
            <p:ph idx="27" type="pic"/>
          </p:nvPr>
        </p:nvSpPr>
        <p:spPr>
          <a:xfrm>
            <a:off x="7709475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9" name="Google Shape;89;p14"/>
          <p:cNvSpPr/>
          <p:nvPr>
            <p:ph idx="28" type="pic"/>
          </p:nvPr>
        </p:nvSpPr>
        <p:spPr>
          <a:xfrm>
            <a:off x="1969475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90" name="Google Shape;90;p14"/>
          <p:cNvSpPr txBox="1"/>
          <p:nvPr>
            <p:ph idx="29" type="title"/>
          </p:nvPr>
        </p:nvSpPr>
        <p:spPr>
          <a:xfrm>
            <a:off x="534475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4"/>
          <p:cNvSpPr txBox="1"/>
          <p:nvPr>
            <p:ph idx="30" type="title"/>
          </p:nvPr>
        </p:nvSpPr>
        <p:spPr>
          <a:xfrm>
            <a:off x="534500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4"/>
          <p:cNvSpPr txBox="1"/>
          <p:nvPr>
            <p:ph idx="31" type="title"/>
          </p:nvPr>
        </p:nvSpPr>
        <p:spPr>
          <a:xfrm>
            <a:off x="1969463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4"/>
          <p:cNvSpPr txBox="1"/>
          <p:nvPr>
            <p:ph idx="32" type="title"/>
          </p:nvPr>
        </p:nvSpPr>
        <p:spPr>
          <a:xfrm>
            <a:off x="1969488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4"/>
          <p:cNvSpPr txBox="1"/>
          <p:nvPr>
            <p:ph idx="33" type="title"/>
          </p:nvPr>
        </p:nvSpPr>
        <p:spPr>
          <a:xfrm>
            <a:off x="3404450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4"/>
          <p:cNvSpPr txBox="1"/>
          <p:nvPr>
            <p:ph idx="34" type="title"/>
          </p:nvPr>
        </p:nvSpPr>
        <p:spPr>
          <a:xfrm>
            <a:off x="3404475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4"/>
          <p:cNvSpPr txBox="1"/>
          <p:nvPr>
            <p:ph idx="35" type="title"/>
          </p:nvPr>
        </p:nvSpPr>
        <p:spPr>
          <a:xfrm>
            <a:off x="4839463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14"/>
          <p:cNvSpPr txBox="1"/>
          <p:nvPr>
            <p:ph idx="36" type="title"/>
          </p:nvPr>
        </p:nvSpPr>
        <p:spPr>
          <a:xfrm>
            <a:off x="4839488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4"/>
          <p:cNvSpPr txBox="1"/>
          <p:nvPr>
            <p:ph idx="37" type="title"/>
          </p:nvPr>
        </p:nvSpPr>
        <p:spPr>
          <a:xfrm>
            <a:off x="6274463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14"/>
          <p:cNvSpPr txBox="1"/>
          <p:nvPr>
            <p:ph idx="38" type="title"/>
          </p:nvPr>
        </p:nvSpPr>
        <p:spPr>
          <a:xfrm>
            <a:off x="6274488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14"/>
          <p:cNvSpPr txBox="1"/>
          <p:nvPr>
            <p:ph idx="39" type="title"/>
          </p:nvPr>
        </p:nvSpPr>
        <p:spPr>
          <a:xfrm>
            <a:off x="7709500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14"/>
          <p:cNvSpPr txBox="1"/>
          <p:nvPr>
            <p:ph idx="40" type="title"/>
          </p:nvPr>
        </p:nvSpPr>
        <p:spPr>
          <a:xfrm>
            <a:off x="7709525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presentation - 10 people">
  <p:cSld name="TITLE_1_1_5_1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15"/>
          <p:cNvSpPr/>
          <p:nvPr>
            <p:ph idx="2" type="pic"/>
          </p:nvPr>
        </p:nvSpPr>
        <p:spPr>
          <a:xfrm>
            <a:off x="540000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05" name="Google Shape;105;p15"/>
          <p:cNvSpPr txBox="1"/>
          <p:nvPr>
            <p:ph idx="3" type="title"/>
          </p:nvPr>
        </p:nvSpPr>
        <p:spPr>
          <a:xfrm>
            <a:off x="540000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5"/>
          <p:cNvSpPr txBox="1"/>
          <p:nvPr>
            <p:ph idx="4" type="title"/>
          </p:nvPr>
        </p:nvSpPr>
        <p:spPr>
          <a:xfrm>
            <a:off x="540025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15"/>
          <p:cNvSpPr/>
          <p:nvPr>
            <p:ph idx="5" type="pic"/>
          </p:nvPr>
        </p:nvSpPr>
        <p:spPr>
          <a:xfrm>
            <a:off x="534475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08" name="Google Shape;108;p15"/>
          <p:cNvSpPr txBox="1"/>
          <p:nvPr>
            <p:ph idx="6" type="title"/>
          </p:nvPr>
        </p:nvSpPr>
        <p:spPr>
          <a:xfrm>
            <a:off x="534475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15"/>
          <p:cNvSpPr txBox="1"/>
          <p:nvPr>
            <p:ph idx="7" type="title"/>
          </p:nvPr>
        </p:nvSpPr>
        <p:spPr>
          <a:xfrm>
            <a:off x="534500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15"/>
          <p:cNvSpPr/>
          <p:nvPr>
            <p:ph idx="8" type="pic"/>
          </p:nvPr>
        </p:nvSpPr>
        <p:spPr>
          <a:xfrm>
            <a:off x="7703925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1" name="Google Shape;111;p15"/>
          <p:cNvSpPr txBox="1"/>
          <p:nvPr>
            <p:ph idx="9" type="title"/>
          </p:nvPr>
        </p:nvSpPr>
        <p:spPr>
          <a:xfrm>
            <a:off x="7703913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15"/>
          <p:cNvSpPr txBox="1"/>
          <p:nvPr>
            <p:ph idx="13" type="title"/>
          </p:nvPr>
        </p:nvSpPr>
        <p:spPr>
          <a:xfrm>
            <a:off x="7703938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15"/>
          <p:cNvSpPr/>
          <p:nvPr>
            <p:ph idx="14" type="pic"/>
          </p:nvPr>
        </p:nvSpPr>
        <p:spPr>
          <a:xfrm>
            <a:off x="7698400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4" name="Google Shape;114;p15"/>
          <p:cNvSpPr txBox="1"/>
          <p:nvPr>
            <p:ph idx="15" type="title"/>
          </p:nvPr>
        </p:nvSpPr>
        <p:spPr>
          <a:xfrm>
            <a:off x="7698388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15"/>
          <p:cNvSpPr txBox="1"/>
          <p:nvPr>
            <p:ph idx="16" type="title"/>
          </p:nvPr>
        </p:nvSpPr>
        <p:spPr>
          <a:xfrm>
            <a:off x="7698413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15"/>
          <p:cNvSpPr/>
          <p:nvPr>
            <p:ph idx="17" type="pic"/>
          </p:nvPr>
        </p:nvSpPr>
        <p:spPr>
          <a:xfrm>
            <a:off x="4119188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7" name="Google Shape;117;p15"/>
          <p:cNvSpPr txBox="1"/>
          <p:nvPr>
            <p:ph idx="18" type="title"/>
          </p:nvPr>
        </p:nvSpPr>
        <p:spPr>
          <a:xfrm>
            <a:off x="4119175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15"/>
          <p:cNvSpPr txBox="1"/>
          <p:nvPr>
            <p:ph idx="19" type="title"/>
          </p:nvPr>
        </p:nvSpPr>
        <p:spPr>
          <a:xfrm>
            <a:off x="4119200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15"/>
          <p:cNvSpPr/>
          <p:nvPr>
            <p:ph idx="20" type="pic"/>
          </p:nvPr>
        </p:nvSpPr>
        <p:spPr>
          <a:xfrm>
            <a:off x="4113663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20" name="Google Shape;120;p15"/>
          <p:cNvSpPr txBox="1"/>
          <p:nvPr>
            <p:ph idx="21" type="title"/>
          </p:nvPr>
        </p:nvSpPr>
        <p:spPr>
          <a:xfrm>
            <a:off x="4113650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15"/>
          <p:cNvSpPr txBox="1"/>
          <p:nvPr>
            <p:ph idx="22" type="title"/>
          </p:nvPr>
        </p:nvSpPr>
        <p:spPr>
          <a:xfrm>
            <a:off x="4113675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15"/>
          <p:cNvSpPr/>
          <p:nvPr>
            <p:ph idx="23" type="pic"/>
          </p:nvPr>
        </p:nvSpPr>
        <p:spPr>
          <a:xfrm>
            <a:off x="2332375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23" name="Google Shape;123;p15"/>
          <p:cNvSpPr txBox="1"/>
          <p:nvPr>
            <p:ph idx="24" type="title"/>
          </p:nvPr>
        </p:nvSpPr>
        <p:spPr>
          <a:xfrm>
            <a:off x="2332363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15"/>
          <p:cNvSpPr txBox="1"/>
          <p:nvPr>
            <p:ph idx="25" type="title"/>
          </p:nvPr>
        </p:nvSpPr>
        <p:spPr>
          <a:xfrm>
            <a:off x="2332388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5"/>
          <p:cNvSpPr/>
          <p:nvPr>
            <p:ph idx="26" type="pic"/>
          </p:nvPr>
        </p:nvSpPr>
        <p:spPr>
          <a:xfrm>
            <a:off x="2326850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26" name="Google Shape;126;p15"/>
          <p:cNvSpPr txBox="1"/>
          <p:nvPr>
            <p:ph idx="27" type="title"/>
          </p:nvPr>
        </p:nvSpPr>
        <p:spPr>
          <a:xfrm>
            <a:off x="2326838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5"/>
          <p:cNvSpPr txBox="1"/>
          <p:nvPr>
            <p:ph idx="28" type="title"/>
          </p:nvPr>
        </p:nvSpPr>
        <p:spPr>
          <a:xfrm>
            <a:off x="2326863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5"/>
          <p:cNvSpPr/>
          <p:nvPr>
            <p:ph idx="29" type="pic"/>
          </p:nvPr>
        </p:nvSpPr>
        <p:spPr>
          <a:xfrm>
            <a:off x="5914338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29" name="Google Shape;129;p15"/>
          <p:cNvSpPr txBox="1"/>
          <p:nvPr>
            <p:ph idx="30" type="title"/>
          </p:nvPr>
        </p:nvSpPr>
        <p:spPr>
          <a:xfrm>
            <a:off x="5914325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15"/>
          <p:cNvSpPr txBox="1"/>
          <p:nvPr>
            <p:ph idx="31" type="title"/>
          </p:nvPr>
        </p:nvSpPr>
        <p:spPr>
          <a:xfrm>
            <a:off x="5914350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5"/>
          <p:cNvSpPr/>
          <p:nvPr>
            <p:ph idx="32" type="pic"/>
          </p:nvPr>
        </p:nvSpPr>
        <p:spPr>
          <a:xfrm>
            <a:off x="5908813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32" name="Google Shape;132;p15"/>
          <p:cNvSpPr txBox="1"/>
          <p:nvPr>
            <p:ph idx="33" type="title"/>
          </p:nvPr>
        </p:nvSpPr>
        <p:spPr>
          <a:xfrm>
            <a:off x="5908800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15"/>
          <p:cNvSpPr txBox="1"/>
          <p:nvPr>
            <p:ph idx="34" type="title"/>
          </p:nvPr>
        </p:nvSpPr>
        <p:spPr>
          <a:xfrm>
            <a:off x="5908825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- 6 columns">
  <p:cSld name="TITLE_1_1_4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6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6"/>
          <p:cNvSpPr/>
          <p:nvPr/>
        </p:nvSpPr>
        <p:spPr>
          <a:xfrm rot="5400000">
            <a:off x="54480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 rot="5400000">
            <a:off x="1924275" y="1987138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6"/>
          <p:cNvSpPr/>
          <p:nvPr/>
        </p:nvSpPr>
        <p:spPr>
          <a:xfrm rot="5400000">
            <a:off x="330375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9" name="Google Shape;139;p16"/>
          <p:cNvCxnSpPr>
            <a:stCxn id="136" idx="0"/>
            <a:endCxn id="137" idx="4"/>
          </p:cNvCxnSpPr>
          <p:nvPr/>
        </p:nvCxnSpPr>
        <p:spPr>
          <a:xfrm>
            <a:off x="909600" y="2171925"/>
            <a:ext cx="1009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0" name="Google Shape;140;p16"/>
          <p:cNvCxnSpPr>
            <a:stCxn id="137" idx="0"/>
            <a:endCxn id="138" idx="4"/>
          </p:cNvCxnSpPr>
          <p:nvPr/>
        </p:nvCxnSpPr>
        <p:spPr>
          <a:xfrm>
            <a:off x="2289075" y="2171938"/>
            <a:ext cx="1009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1" name="Google Shape;141;p16"/>
          <p:cNvCxnSpPr>
            <a:stCxn id="138" idx="0"/>
            <a:endCxn id="142" idx="4"/>
          </p:cNvCxnSpPr>
          <p:nvPr/>
        </p:nvCxnSpPr>
        <p:spPr>
          <a:xfrm>
            <a:off x="3668550" y="2171925"/>
            <a:ext cx="1009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3" name="Google Shape;143;p16"/>
          <p:cNvCxnSpPr>
            <a:stCxn id="142" idx="0"/>
            <a:endCxn id="144" idx="4"/>
          </p:cNvCxnSpPr>
          <p:nvPr/>
        </p:nvCxnSpPr>
        <p:spPr>
          <a:xfrm>
            <a:off x="5048025" y="2171938"/>
            <a:ext cx="1009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5" name="Google Shape;145;p16"/>
          <p:cNvCxnSpPr>
            <a:stCxn id="144" idx="0"/>
            <a:endCxn id="146" idx="4"/>
          </p:cNvCxnSpPr>
          <p:nvPr/>
        </p:nvCxnSpPr>
        <p:spPr>
          <a:xfrm>
            <a:off x="6427575" y="2172000"/>
            <a:ext cx="1009800" cy="6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7" name="Google Shape;147;p16"/>
          <p:cNvCxnSpPr>
            <a:stCxn id="146" idx="0"/>
          </p:cNvCxnSpPr>
          <p:nvPr/>
        </p:nvCxnSpPr>
        <p:spPr>
          <a:xfrm>
            <a:off x="7806975" y="2178600"/>
            <a:ext cx="831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8" name="Google Shape;148;p16"/>
          <p:cNvSpPr txBox="1"/>
          <p:nvPr>
            <p:ph idx="1" type="body"/>
          </p:nvPr>
        </p:nvSpPr>
        <p:spPr>
          <a:xfrm>
            <a:off x="540350" y="2695425"/>
            <a:ext cx="11664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49" name="Google Shape;149;p16"/>
          <p:cNvSpPr txBox="1"/>
          <p:nvPr>
            <p:ph idx="2" type="body"/>
          </p:nvPr>
        </p:nvSpPr>
        <p:spPr>
          <a:xfrm>
            <a:off x="1919650" y="2695475"/>
            <a:ext cx="11664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50" name="Google Shape;150;p16"/>
          <p:cNvSpPr txBox="1"/>
          <p:nvPr>
            <p:ph idx="3" type="body"/>
          </p:nvPr>
        </p:nvSpPr>
        <p:spPr>
          <a:xfrm>
            <a:off x="3299075" y="2695413"/>
            <a:ext cx="11664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51" name="Google Shape;151;p16"/>
          <p:cNvSpPr txBox="1"/>
          <p:nvPr>
            <p:ph idx="4" type="title"/>
          </p:nvPr>
        </p:nvSpPr>
        <p:spPr>
          <a:xfrm>
            <a:off x="540325" y="1481013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2" name="Google Shape;152;p16"/>
          <p:cNvSpPr txBox="1"/>
          <p:nvPr>
            <p:ph idx="5" type="title"/>
          </p:nvPr>
        </p:nvSpPr>
        <p:spPr>
          <a:xfrm>
            <a:off x="1919625" y="1481013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3" name="Google Shape;153;p16"/>
          <p:cNvSpPr txBox="1"/>
          <p:nvPr>
            <p:ph idx="6" type="title"/>
          </p:nvPr>
        </p:nvSpPr>
        <p:spPr>
          <a:xfrm>
            <a:off x="3299075" y="1481013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4" name="Google Shape;154;p16"/>
          <p:cNvSpPr txBox="1"/>
          <p:nvPr>
            <p:ph idx="7" type="title"/>
          </p:nvPr>
        </p:nvSpPr>
        <p:spPr>
          <a:xfrm>
            <a:off x="540350" y="1260000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55" name="Google Shape;155;p16"/>
          <p:cNvSpPr txBox="1"/>
          <p:nvPr>
            <p:ph idx="8" type="title"/>
          </p:nvPr>
        </p:nvSpPr>
        <p:spPr>
          <a:xfrm>
            <a:off x="1919650" y="1260000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56" name="Google Shape;156;p16"/>
          <p:cNvSpPr txBox="1"/>
          <p:nvPr>
            <p:ph idx="9" type="title"/>
          </p:nvPr>
        </p:nvSpPr>
        <p:spPr>
          <a:xfrm>
            <a:off x="3299100" y="1260000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57" name="Google Shape;157;p16"/>
          <p:cNvSpPr/>
          <p:nvPr/>
        </p:nvSpPr>
        <p:spPr>
          <a:xfrm rot="5400000">
            <a:off x="4683225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6"/>
          <p:cNvSpPr txBox="1"/>
          <p:nvPr>
            <p:ph idx="13" type="body"/>
          </p:nvPr>
        </p:nvSpPr>
        <p:spPr>
          <a:xfrm>
            <a:off x="4678550" y="2695413"/>
            <a:ext cx="11664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59" name="Google Shape;159;p16"/>
          <p:cNvSpPr txBox="1"/>
          <p:nvPr>
            <p:ph idx="14" type="title"/>
          </p:nvPr>
        </p:nvSpPr>
        <p:spPr>
          <a:xfrm>
            <a:off x="4678550" y="1481013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0" name="Google Shape;160;p16"/>
          <p:cNvSpPr txBox="1"/>
          <p:nvPr>
            <p:ph idx="15" type="title"/>
          </p:nvPr>
        </p:nvSpPr>
        <p:spPr>
          <a:xfrm>
            <a:off x="4678575" y="1260000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61" name="Google Shape;161;p16"/>
          <p:cNvSpPr/>
          <p:nvPr/>
        </p:nvSpPr>
        <p:spPr>
          <a:xfrm rot="5400000">
            <a:off x="606270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6"/>
          <p:cNvSpPr txBox="1"/>
          <p:nvPr>
            <p:ph idx="16" type="body"/>
          </p:nvPr>
        </p:nvSpPr>
        <p:spPr>
          <a:xfrm>
            <a:off x="6058025" y="2695413"/>
            <a:ext cx="11664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63" name="Google Shape;163;p16"/>
          <p:cNvSpPr txBox="1"/>
          <p:nvPr>
            <p:ph idx="17" type="title"/>
          </p:nvPr>
        </p:nvSpPr>
        <p:spPr>
          <a:xfrm>
            <a:off x="6058025" y="1481013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4" name="Google Shape;164;p16"/>
          <p:cNvSpPr txBox="1"/>
          <p:nvPr>
            <p:ph idx="18" type="title"/>
          </p:nvPr>
        </p:nvSpPr>
        <p:spPr>
          <a:xfrm>
            <a:off x="6058050" y="1260000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65" name="Google Shape;165;p16"/>
          <p:cNvSpPr/>
          <p:nvPr/>
        </p:nvSpPr>
        <p:spPr>
          <a:xfrm rot="5400000">
            <a:off x="744225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6"/>
          <p:cNvSpPr txBox="1"/>
          <p:nvPr>
            <p:ph idx="19" type="body"/>
          </p:nvPr>
        </p:nvSpPr>
        <p:spPr>
          <a:xfrm>
            <a:off x="7437575" y="2695413"/>
            <a:ext cx="11664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67" name="Google Shape;167;p16"/>
          <p:cNvSpPr txBox="1"/>
          <p:nvPr>
            <p:ph idx="20" type="title"/>
          </p:nvPr>
        </p:nvSpPr>
        <p:spPr>
          <a:xfrm>
            <a:off x="7437575" y="1481013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8" name="Google Shape;168;p16"/>
          <p:cNvSpPr txBox="1"/>
          <p:nvPr>
            <p:ph idx="21" type="title"/>
          </p:nvPr>
        </p:nvSpPr>
        <p:spPr>
          <a:xfrm>
            <a:off x="7437600" y="1260000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- 5 columns">
  <p:cSld name="TITLE_1_1_4_1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7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17"/>
          <p:cNvSpPr/>
          <p:nvPr/>
        </p:nvSpPr>
        <p:spPr>
          <a:xfrm rot="5400000">
            <a:off x="54480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7"/>
          <p:cNvSpPr/>
          <p:nvPr/>
        </p:nvSpPr>
        <p:spPr>
          <a:xfrm rot="5400000">
            <a:off x="2208950" y="1987113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7"/>
          <p:cNvSpPr/>
          <p:nvPr/>
        </p:nvSpPr>
        <p:spPr>
          <a:xfrm rot="5400000">
            <a:off x="387310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4" name="Google Shape;174;p17"/>
          <p:cNvCxnSpPr>
            <a:stCxn id="171" idx="0"/>
            <a:endCxn id="172" idx="4"/>
          </p:cNvCxnSpPr>
          <p:nvPr/>
        </p:nvCxnSpPr>
        <p:spPr>
          <a:xfrm>
            <a:off x="909600" y="2171925"/>
            <a:ext cx="12945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5" name="Google Shape;175;p17"/>
          <p:cNvCxnSpPr>
            <a:stCxn id="172" idx="0"/>
            <a:endCxn id="173" idx="4"/>
          </p:cNvCxnSpPr>
          <p:nvPr/>
        </p:nvCxnSpPr>
        <p:spPr>
          <a:xfrm>
            <a:off x="2573750" y="2171913"/>
            <a:ext cx="12945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p17"/>
          <p:cNvCxnSpPr>
            <a:stCxn id="173" idx="0"/>
          </p:cNvCxnSpPr>
          <p:nvPr/>
        </p:nvCxnSpPr>
        <p:spPr>
          <a:xfrm>
            <a:off x="4237900" y="2171925"/>
            <a:ext cx="12945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7" name="Google Shape;177;p17"/>
          <p:cNvCxnSpPr>
            <a:stCxn id="178" idx="0"/>
            <a:endCxn id="179" idx="4"/>
          </p:cNvCxnSpPr>
          <p:nvPr/>
        </p:nvCxnSpPr>
        <p:spPr>
          <a:xfrm>
            <a:off x="5902050" y="2171925"/>
            <a:ext cx="12945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0" name="Google Shape;180;p17"/>
          <p:cNvCxnSpPr>
            <a:stCxn id="179" idx="0"/>
          </p:cNvCxnSpPr>
          <p:nvPr/>
        </p:nvCxnSpPr>
        <p:spPr>
          <a:xfrm>
            <a:off x="7566200" y="2171925"/>
            <a:ext cx="1071900" cy="6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1" name="Google Shape;181;p17"/>
          <p:cNvSpPr txBox="1"/>
          <p:nvPr>
            <p:ph idx="1" type="body"/>
          </p:nvPr>
        </p:nvSpPr>
        <p:spPr>
          <a:xfrm>
            <a:off x="540030" y="2695475"/>
            <a:ext cx="1407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82" name="Google Shape;182;p17"/>
          <p:cNvSpPr txBox="1"/>
          <p:nvPr>
            <p:ph idx="2" type="body"/>
          </p:nvPr>
        </p:nvSpPr>
        <p:spPr>
          <a:xfrm>
            <a:off x="2204162" y="2695413"/>
            <a:ext cx="1407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83" name="Google Shape;183;p17"/>
          <p:cNvSpPr txBox="1"/>
          <p:nvPr>
            <p:ph idx="3" type="title"/>
          </p:nvPr>
        </p:nvSpPr>
        <p:spPr>
          <a:xfrm>
            <a:off x="540000" y="1481013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4" name="Google Shape;184;p17"/>
          <p:cNvSpPr txBox="1"/>
          <p:nvPr>
            <p:ph idx="4" type="title"/>
          </p:nvPr>
        </p:nvSpPr>
        <p:spPr>
          <a:xfrm>
            <a:off x="2204162" y="1481013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5" name="Google Shape;185;p17"/>
          <p:cNvSpPr txBox="1"/>
          <p:nvPr>
            <p:ph idx="5" type="title"/>
          </p:nvPr>
        </p:nvSpPr>
        <p:spPr>
          <a:xfrm>
            <a:off x="540030" y="12600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86" name="Google Shape;186;p17"/>
          <p:cNvSpPr txBox="1"/>
          <p:nvPr>
            <p:ph idx="6" type="title"/>
          </p:nvPr>
        </p:nvSpPr>
        <p:spPr>
          <a:xfrm>
            <a:off x="2204192" y="12600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87" name="Google Shape;187;p17"/>
          <p:cNvSpPr txBox="1"/>
          <p:nvPr>
            <p:ph idx="7" type="body"/>
          </p:nvPr>
        </p:nvSpPr>
        <p:spPr>
          <a:xfrm>
            <a:off x="3868355" y="2695413"/>
            <a:ext cx="1407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88" name="Google Shape;188;p17"/>
          <p:cNvSpPr txBox="1"/>
          <p:nvPr>
            <p:ph idx="8" type="title"/>
          </p:nvPr>
        </p:nvSpPr>
        <p:spPr>
          <a:xfrm>
            <a:off x="3868355" y="1481013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9" name="Google Shape;189;p17"/>
          <p:cNvSpPr txBox="1"/>
          <p:nvPr>
            <p:ph idx="9" type="title"/>
          </p:nvPr>
        </p:nvSpPr>
        <p:spPr>
          <a:xfrm>
            <a:off x="3868385" y="12600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78" name="Google Shape;178;p17"/>
          <p:cNvSpPr/>
          <p:nvPr/>
        </p:nvSpPr>
        <p:spPr>
          <a:xfrm rot="5400000">
            <a:off x="553725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7"/>
          <p:cNvSpPr txBox="1"/>
          <p:nvPr>
            <p:ph idx="13" type="body"/>
          </p:nvPr>
        </p:nvSpPr>
        <p:spPr>
          <a:xfrm>
            <a:off x="5532547" y="2695413"/>
            <a:ext cx="1407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91" name="Google Shape;191;p17"/>
          <p:cNvSpPr txBox="1"/>
          <p:nvPr>
            <p:ph idx="14" type="title"/>
          </p:nvPr>
        </p:nvSpPr>
        <p:spPr>
          <a:xfrm>
            <a:off x="5532547" y="1481013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2" name="Google Shape;192;p17"/>
          <p:cNvSpPr txBox="1"/>
          <p:nvPr>
            <p:ph idx="15" type="title"/>
          </p:nvPr>
        </p:nvSpPr>
        <p:spPr>
          <a:xfrm>
            <a:off x="5532577" y="12600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79" name="Google Shape;179;p17"/>
          <p:cNvSpPr/>
          <p:nvPr/>
        </p:nvSpPr>
        <p:spPr>
          <a:xfrm rot="5400000">
            <a:off x="720140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7"/>
          <p:cNvSpPr txBox="1"/>
          <p:nvPr>
            <p:ph idx="16" type="body"/>
          </p:nvPr>
        </p:nvSpPr>
        <p:spPr>
          <a:xfrm>
            <a:off x="7196830" y="2695413"/>
            <a:ext cx="1407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94" name="Google Shape;194;p17"/>
          <p:cNvSpPr txBox="1"/>
          <p:nvPr>
            <p:ph idx="17" type="title"/>
          </p:nvPr>
        </p:nvSpPr>
        <p:spPr>
          <a:xfrm>
            <a:off x="7196830" y="1481013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5" name="Google Shape;195;p17"/>
          <p:cNvSpPr txBox="1"/>
          <p:nvPr>
            <p:ph idx="18" type="title"/>
          </p:nvPr>
        </p:nvSpPr>
        <p:spPr>
          <a:xfrm>
            <a:off x="7196860" y="12600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- 4 columns">
  <p:cSld name="TITLE_1_1_4_1_1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8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18"/>
          <p:cNvSpPr/>
          <p:nvPr/>
        </p:nvSpPr>
        <p:spPr>
          <a:xfrm rot="5400000">
            <a:off x="54480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 rot="5400000">
            <a:off x="2641825" y="1987113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8"/>
          <p:cNvSpPr/>
          <p:nvPr/>
        </p:nvSpPr>
        <p:spPr>
          <a:xfrm rot="5400000">
            <a:off x="473885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01" name="Google Shape;201;p18"/>
          <p:cNvCxnSpPr>
            <a:stCxn id="198" idx="0"/>
            <a:endCxn id="199" idx="4"/>
          </p:cNvCxnSpPr>
          <p:nvPr/>
        </p:nvCxnSpPr>
        <p:spPr>
          <a:xfrm>
            <a:off x="909600" y="2171925"/>
            <a:ext cx="1727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2" name="Google Shape;202;p18"/>
          <p:cNvCxnSpPr>
            <a:stCxn id="199" idx="0"/>
            <a:endCxn id="200" idx="4"/>
          </p:cNvCxnSpPr>
          <p:nvPr/>
        </p:nvCxnSpPr>
        <p:spPr>
          <a:xfrm>
            <a:off x="3006625" y="2171913"/>
            <a:ext cx="1727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3" name="Google Shape;203;p18"/>
          <p:cNvCxnSpPr>
            <a:stCxn id="200" idx="0"/>
            <a:endCxn id="204" idx="4"/>
          </p:cNvCxnSpPr>
          <p:nvPr/>
        </p:nvCxnSpPr>
        <p:spPr>
          <a:xfrm>
            <a:off x="5103650" y="2171925"/>
            <a:ext cx="1727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5" name="Google Shape;205;p18"/>
          <p:cNvCxnSpPr>
            <a:stCxn id="204" idx="0"/>
            <a:endCxn id="206" idx="4"/>
          </p:cNvCxnSpPr>
          <p:nvPr/>
        </p:nvCxnSpPr>
        <p:spPr>
          <a:xfrm>
            <a:off x="7200675" y="2171925"/>
            <a:ext cx="12945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7" name="Google Shape;207;p18"/>
          <p:cNvCxnSpPr>
            <a:stCxn id="206" idx="0"/>
          </p:cNvCxnSpPr>
          <p:nvPr/>
        </p:nvCxnSpPr>
        <p:spPr>
          <a:xfrm>
            <a:off x="7566200" y="2171925"/>
            <a:ext cx="1071900" cy="6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8" name="Google Shape;208;p18"/>
          <p:cNvSpPr txBox="1"/>
          <p:nvPr>
            <p:ph idx="1" type="body"/>
          </p:nvPr>
        </p:nvSpPr>
        <p:spPr>
          <a:xfrm>
            <a:off x="540038" y="2695475"/>
            <a:ext cx="1773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209" name="Google Shape;209;p18"/>
          <p:cNvSpPr txBox="1"/>
          <p:nvPr>
            <p:ph idx="2" type="body"/>
          </p:nvPr>
        </p:nvSpPr>
        <p:spPr>
          <a:xfrm>
            <a:off x="2636983" y="2695413"/>
            <a:ext cx="1773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210" name="Google Shape;210;p18"/>
          <p:cNvSpPr txBox="1"/>
          <p:nvPr>
            <p:ph idx="3" type="title"/>
          </p:nvPr>
        </p:nvSpPr>
        <p:spPr>
          <a:xfrm>
            <a:off x="540000" y="1481013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1" name="Google Shape;211;p18"/>
          <p:cNvSpPr txBox="1"/>
          <p:nvPr>
            <p:ph idx="4" type="title"/>
          </p:nvPr>
        </p:nvSpPr>
        <p:spPr>
          <a:xfrm>
            <a:off x="2636983" y="1481013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2" name="Google Shape;212;p18"/>
          <p:cNvSpPr txBox="1"/>
          <p:nvPr>
            <p:ph idx="5" type="title"/>
          </p:nvPr>
        </p:nvSpPr>
        <p:spPr>
          <a:xfrm>
            <a:off x="540038" y="1260000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13" name="Google Shape;213;p18"/>
          <p:cNvSpPr txBox="1"/>
          <p:nvPr>
            <p:ph idx="6" type="title"/>
          </p:nvPr>
        </p:nvSpPr>
        <p:spPr>
          <a:xfrm>
            <a:off x="2637021" y="1260000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14" name="Google Shape;214;p18"/>
          <p:cNvSpPr txBox="1"/>
          <p:nvPr>
            <p:ph idx="7" type="body"/>
          </p:nvPr>
        </p:nvSpPr>
        <p:spPr>
          <a:xfrm>
            <a:off x="4734004" y="2695413"/>
            <a:ext cx="1773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215" name="Google Shape;215;p18"/>
          <p:cNvSpPr txBox="1"/>
          <p:nvPr>
            <p:ph idx="8" type="title"/>
          </p:nvPr>
        </p:nvSpPr>
        <p:spPr>
          <a:xfrm>
            <a:off x="4734004" y="1481013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6" name="Google Shape;216;p18"/>
          <p:cNvSpPr txBox="1"/>
          <p:nvPr>
            <p:ph idx="9" type="title"/>
          </p:nvPr>
        </p:nvSpPr>
        <p:spPr>
          <a:xfrm>
            <a:off x="4734042" y="1260000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4" name="Google Shape;204;p18"/>
          <p:cNvSpPr/>
          <p:nvPr/>
        </p:nvSpPr>
        <p:spPr>
          <a:xfrm rot="5400000">
            <a:off x="6835875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8"/>
          <p:cNvSpPr txBox="1"/>
          <p:nvPr>
            <p:ph idx="13" type="body"/>
          </p:nvPr>
        </p:nvSpPr>
        <p:spPr>
          <a:xfrm>
            <a:off x="6831025" y="2695413"/>
            <a:ext cx="1773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218" name="Google Shape;218;p18"/>
          <p:cNvSpPr txBox="1"/>
          <p:nvPr>
            <p:ph idx="14" type="title"/>
          </p:nvPr>
        </p:nvSpPr>
        <p:spPr>
          <a:xfrm>
            <a:off x="6831025" y="1481013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9" name="Google Shape;219;p18"/>
          <p:cNvSpPr txBox="1"/>
          <p:nvPr>
            <p:ph idx="15" type="title"/>
          </p:nvPr>
        </p:nvSpPr>
        <p:spPr>
          <a:xfrm>
            <a:off x="6831063" y="1260000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ccess story with highlights">
  <p:cSld name="TITLE_1_1_3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/>
          <p:nvPr/>
        </p:nvSpPr>
        <p:spPr>
          <a:xfrm>
            <a:off x="3546700" y="3594000"/>
            <a:ext cx="4882500" cy="1017300"/>
          </a:xfrm>
          <a:prstGeom prst="rect">
            <a:avLst/>
          </a:prstGeom>
          <a:solidFill>
            <a:srgbClr val="EFEAD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9"/>
          <p:cNvSpPr/>
          <p:nvPr>
            <p:ph idx="2" type="pic"/>
          </p:nvPr>
        </p:nvSpPr>
        <p:spPr>
          <a:xfrm>
            <a:off x="-702000" y="-1508400"/>
            <a:ext cx="3556800" cy="3556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23" name="Google Shape;223;p19"/>
          <p:cNvSpPr txBox="1"/>
          <p:nvPr>
            <p:ph type="title"/>
          </p:nvPr>
        </p:nvSpPr>
        <p:spPr>
          <a:xfrm>
            <a:off x="3541265" y="545000"/>
            <a:ext cx="4882500" cy="20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Montserrat"/>
              <a:buNone/>
              <a:defRPr b="1" sz="10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4" name="Google Shape;224;p19"/>
          <p:cNvSpPr txBox="1"/>
          <p:nvPr>
            <p:ph idx="1" type="body"/>
          </p:nvPr>
        </p:nvSpPr>
        <p:spPr>
          <a:xfrm>
            <a:off x="3547200" y="790175"/>
            <a:ext cx="4881600" cy="60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25" name="Google Shape;225;p19"/>
          <p:cNvSpPr txBox="1"/>
          <p:nvPr>
            <p:ph idx="3" type="title"/>
          </p:nvPr>
        </p:nvSpPr>
        <p:spPr>
          <a:xfrm>
            <a:off x="3544227" y="1535600"/>
            <a:ext cx="4882500" cy="20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Montserrat"/>
              <a:buNone/>
              <a:defRPr b="1" sz="10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19"/>
          <p:cNvSpPr txBox="1"/>
          <p:nvPr>
            <p:ph idx="4" type="body"/>
          </p:nvPr>
        </p:nvSpPr>
        <p:spPr>
          <a:xfrm>
            <a:off x="3550163" y="1780775"/>
            <a:ext cx="4881600" cy="60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27" name="Google Shape;227;p19"/>
          <p:cNvSpPr txBox="1"/>
          <p:nvPr>
            <p:ph idx="5" type="title"/>
          </p:nvPr>
        </p:nvSpPr>
        <p:spPr>
          <a:xfrm>
            <a:off x="3544177" y="2526200"/>
            <a:ext cx="4882500" cy="20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Montserrat"/>
              <a:buNone/>
              <a:defRPr b="1" sz="10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8" name="Google Shape;228;p19"/>
          <p:cNvSpPr txBox="1"/>
          <p:nvPr>
            <p:ph idx="6" type="body"/>
          </p:nvPr>
        </p:nvSpPr>
        <p:spPr>
          <a:xfrm>
            <a:off x="3550113" y="2771375"/>
            <a:ext cx="4881600" cy="60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29" name="Google Shape;229;p19"/>
          <p:cNvSpPr txBox="1"/>
          <p:nvPr>
            <p:ph idx="7" type="body"/>
          </p:nvPr>
        </p:nvSpPr>
        <p:spPr>
          <a:xfrm>
            <a:off x="3708300" y="3710250"/>
            <a:ext cx="1292400" cy="78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30" name="Google Shape;230;p19"/>
          <p:cNvSpPr txBox="1"/>
          <p:nvPr>
            <p:ph idx="8" type="body"/>
          </p:nvPr>
        </p:nvSpPr>
        <p:spPr>
          <a:xfrm>
            <a:off x="5336338" y="3710250"/>
            <a:ext cx="1292400" cy="78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31" name="Google Shape;231;p19"/>
          <p:cNvSpPr txBox="1"/>
          <p:nvPr>
            <p:ph idx="9" type="body"/>
          </p:nvPr>
        </p:nvSpPr>
        <p:spPr>
          <a:xfrm>
            <a:off x="6964338" y="3710250"/>
            <a:ext cx="1292400" cy="78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32" name="Google Shape;232;p19"/>
          <p:cNvSpPr txBox="1"/>
          <p:nvPr>
            <p:ph idx="13" type="subTitle"/>
          </p:nvPr>
        </p:nvSpPr>
        <p:spPr>
          <a:xfrm>
            <a:off x="961025" y="2647825"/>
            <a:ext cx="1893600" cy="77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ontserrat Medium"/>
              <a:buNone/>
              <a:defRPr sz="11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9pPr>
          </a:lstStyle>
          <a:p/>
        </p:txBody>
      </p:sp>
      <p:sp>
        <p:nvSpPr>
          <p:cNvPr id="233" name="Google Shape;233;p19"/>
          <p:cNvSpPr txBox="1"/>
          <p:nvPr>
            <p:ph idx="14" type="title"/>
          </p:nvPr>
        </p:nvSpPr>
        <p:spPr>
          <a:xfrm>
            <a:off x="961025" y="2286575"/>
            <a:ext cx="1893600" cy="23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Montserrat"/>
              <a:buNone/>
              <a:defRPr b="1" sz="16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ccess story with quote">
  <p:cSld name="TITLE_1_1_3_1"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0"/>
          <p:cNvSpPr/>
          <p:nvPr/>
        </p:nvSpPr>
        <p:spPr>
          <a:xfrm>
            <a:off x="3546700" y="3594000"/>
            <a:ext cx="4882500" cy="1017300"/>
          </a:xfrm>
          <a:prstGeom prst="rect">
            <a:avLst/>
          </a:prstGeom>
          <a:solidFill>
            <a:srgbClr val="EFEAD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20"/>
          <p:cNvSpPr/>
          <p:nvPr>
            <p:ph idx="2" type="pic"/>
          </p:nvPr>
        </p:nvSpPr>
        <p:spPr>
          <a:xfrm>
            <a:off x="-702000" y="-1508400"/>
            <a:ext cx="3556800" cy="3556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37" name="Google Shape;237;p20"/>
          <p:cNvSpPr txBox="1"/>
          <p:nvPr>
            <p:ph type="title"/>
          </p:nvPr>
        </p:nvSpPr>
        <p:spPr>
          <a:xfrm>
            <a:off x="3541265" y="545000"/>
            <a:ext cx="4882500" cy="20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Montserrat"/>
              <a:buNone/>
              <a:defRPr b="1" sz="10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8" name="Google Shape;238;p20"/>
          <p:cNvSpPr txBox="1"/>
          <p:nvPr>
            <p:ph idx="1" type="body"/>
          </p:nvPr>
        </p:nvSpPr>
        <p:spPr>
          <a:xfrm>
            <a:off x="3547200" y="790175"/>
            <a:ext cx="4881600" cy="60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39" name="Google Shape;239;p20"/>
          <p:cNvSpPr txBox="1"/>
          <p:nvPr>
            <p:ph idx="3" type="title"/>
          </p:nvPr>
        </p:nvSpPr>
        <p:spPr>
          <a:xfrm>
            <a:off x="3544227" y="1535600"/>
            <a:ext cx="4882500" cy="20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Montserrat"/>
              <a:buNone/>
              <a:defRPr b="1" sz="10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0" name="Google Shape;240;p20"/>
          <p:cNvSpPr txBox="1"/>
          <p:nvPr>
            <p:ph idx="4" type="body"/>
          </p:nvPr>
        </p:nvSpPr>
        <p:spPr>
          <a:xfrm>
            <a:off x="3550163" y="1780775"/>
            <a:ext cx="4881600" cy="60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41" name="Google Shape;241;p20"/>
          <p:cNvSpPr txBox="1"/>
          <p:nvPr>
            <p:ph idx="5" type="title"/>
          </p:nvPr>
        </p:nvSpPr>
        <p:spPr>
          <a:xfrm>
            <a:off x="3544177" y="2526200"/>
            <a:ext cx="4882500" cy="20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Montserrat"/>
              <a:buNone/>
              <a:defRPr b="1" sz="10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2" name="Google Shape;242;p20"/>
          <p:cNvSpPr txBox="1"/>
          <p:nvPr>
            <p:ph idx="6" type="body"/>
          </p:nvPr>
        </p:nvSpPr>
        <p:spPr>
          <a:xfrm>
            <a:off x="3550113" y="2771375"/>
            <a:ext cx="4881600" cy="60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43" name="Google Shape;243;p20"/>
          <p:cNvSpPr txBox="1"/>
          <p:nvPr>
            <p:ph idx="7" type="body"/>
          </p:nvPr>
        </p:nvSpPr>
        <p:spPr>
          <a:xfrm>
            <a:off x="3682800" y="3740400"/>
            <a:ext cx="4600800" cy="60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●"/>
              <a:defRPr i="1" sz="1000">
                <a:latin typeface="Montserrat"/>
                <a:ea typeface="Montserrat"/>
                <a:cs typeface="Montserrat"/>
                <a:sym typeface="Montserra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○"/>
              <a:defRPr i="1" sz="1000">
                <a:latin typeface="Montserrat"/>
                <a:ea typeface="Montserrat"/>
                <a:cs typeface="Montserrat"/>
                <a:sym typeface="Montserra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■"/>
              <a:defRPr i="1" sz="1000">
                <a:latin typeface="Montserrat"/>
                <a:ea typeface="Montserrat"/>
                <a:cs typeface="Montserrat"/>
                <a:sym typeface="Montserra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●"/>
              <a:defRPr i="1" sz="1000">
                <a:latin typeface="Montserrat"/>
                <a:ea typeface="Montserrat"/>
                <a:cs typeface="Montserrat"/>
                <a:sym typeface="Montserra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○"/>
              <a:defRPr i="1" sz="1000">
                <a:latin typeface="Montserrat"/>
                <a:ea typeface="Montserrat"/>
                <a:cs typeface="Montserrat"/>
                <a:sym typeface="Montserra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■"/>
              <a:defRPr i="1" sz="1000">
                <a:latin typeface="Montserrat"/>
                <a:ea typeface="Montserrat"/>
                <a:cs typeface="Montserrat"/>
                <a:sym typeface="Montserra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●"/>
              <a:defRPr i="1" sz="1000">
                <a:latin typeface="Montserrat"/>
                <a:ea typeface="Montserrat"/>
                <a:cs typeface="Montserrat"/>
                <a:sym typeface="Montserra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○"/>
              <a:defRPr i="1" sz="1000">
                <a:latin typeface="Montserrat"/>
                <a:ea typeface="Montserrat"/>
                <a:cs typeface="Montserrat"/>
                <a:sym typeface="Montserra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■"/>
              <a:defRPr i="1" sz="10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44" name="Google Shape;244;p20"/>
          <p:cNvSpPr txBox="1"/>
          <p:nvPr>
            <p:ph idx="8" type="subTitle"/>
          </p:nvPr>
        </p:nvSpPr>
        <p:spPr>
          <a:xfrm>
            <a:off x="961025" y="2647825"/>
            <a:ext cx="1893600" cy="77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ontserrat Medium"/>
              <a:buNone/>
              <a:defRPr sz="11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9pPr>
          </a:lstStyle>
          <a:p/>
        </p:txBody>
      </p:sp>
      <p:sp>
        <p:nvSpPr>
          <p:cNvPr id="245" name="Google Shape;245;p20"/>
          <p:cNvSpPr txBox="1"/>
          <p:nvPr>
            <p:ph idx="9" type="title"/>
          </p:nvPr>
        </p:nvSpPr>
        <p:spPr>
          <a:xfrm>
            <a:off x="961025" y="2286575"/>
            <a:ext cx="1893600" cy="23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Montserrat"/>
              <a:buNone/>
              <a:defRPr b="1" sz="16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46" name="Google Shape;246;p20"/>
          <p:cNvSpPr txBox="1"/>
          <p:nvPr>
            <p:ph idx="13" type="body"/>
          </p:nvPr>
        </p:nvSpPr>
        <p:spPr>
          <a:xfrm>
            <a:off x="3682125" y="4341000"/>
            <a:ext cx="4600800" cy="130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●"/>
              <a:defRPr b="1" sz="800">
                <a:latin typeface="Montserrat"/>
                <a:ea typeface="Montserrat"/>
                <a:cs typeface="Montserrat"/>
                <a:sym typeface="Montserrat"/>
              </a:defRPr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○"/>
              <a:defRPr b="1" sz="800">
                <a:latin typeface="Montserrat"/>
                <a:ea typeface="Montserrat"/>
                <a:cs typeface="Montserrat"/>
                <a:sym typeface="Montserrat"/>
              </a:defRPr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■"/>
              <a:defRPr b="1" sz="800">
                <a:latin typeface="Montserrat"/>
                <a:ea typeface="Montserrat"/>
                <a:cs typeface="Montserrat"/>
                <a:sym typeface="Montserrat"/>
              </a:defRPr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●"/>
              <a:defRPr b="1" sz="800">
                <a:latin typeface="Montserrat"/>
                <a:ea typeface="Montserrat"/>
                <a:cs typeface="Montserrat"/>
                <a:sym typeface="Montserrat"/>
              </a:defRPr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○"/>
              <a:defRPr b="1" sz="800">
                <a:latin typeface="Montserrat"/>
                <a:ea typeface="Montserrat"/>
                <a:cs typeface="Montserrat"/>
                <a:sym typeface="Montserrat"/>
              </a:defRPr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■"/>
              <a:defRPr b="1" sz="800">
                <a:latin typeface="Montserrat"/>
                <a:ea typeface="Montserrat"/>
                <a:cs typeface="Montserrat"/>
                <a:sym typeface="Montserrat"/>
              </a:defRPr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●"/>
              <a:defRPr b="1" sz="800">
                <a:latin typeface="Montserrat"/>
                <a:ea typeface="Montserrat"/>
                <a:cs typeface="Montserrat"/>
                <a:sym typeface="Montserrat"/>
              </a:defRPr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○"/>
              <a:defRPr b="1" sz="800">
                <a:latin typeface="Montserrat"/>
                <a:ea typeface="Montserrat"/>
                <a:cs typeface="Montserrat"/>
                <a:sym typeface="Montserrat"/>
              </a:defRPr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■"/>
              <a:defRPr b="1" sz="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, image">
  <p:cSld name="TITLE_1_1_2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1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9" name="Google Shape;249;p21"/>
          <p:cNvSpPr/>
          <p:nvPr>
            <p:ph idx="2" type="pic"/>
          </p:nvPr>
        </p:nvSpPr>
        <p:spPr>
          <a:xfrm>
            <a:off x="540000" y="1080000"/>
            <a:ext cx="8064000" cy="3467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columns with images">
  <p:cSld name="TITLE_1_1_1_2"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2" name="Google Shape;252;p22"/>
          <p:cNvSpPr txBox="1"/>
          <p:nvPr>
            <p:ph idx="1" type="body"/>
          </p:nvPr>
        </p:nvSpPr>
        <p:spPr>
          <a:xfrm>
            <a:off x="540000" y="2983251"/>
            <a:ext cx="1890000" cy="155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5750" lvl="1" marL="914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5750" lvl="2" marL="1371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5750" lvl="3" marL="1828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5750" lvl="4" marL="22860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5750" lvl="5" marL="2743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5750" lvl="6" marL="3200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5750" lvl="7" marL="3657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5750" lvl="8" marL="4114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53" name="Google Shape;253;p22"/>
          <p:cNvSpPr txBox="1"/>
          <p:nvPr>
            <p:ph idx="2" type="subTitle"/>
          </p:nvPr>
        </p:nvSpPr>
        <p:spPr>
          <a:xfrm>
            <a:off x="540000" y="2359050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54" name="Google Shape;254;p22"/>
          <p:cNvSpPr/>
          <p:nvPr>
            <p:ph idx="3" type="pic"/>
          </p:nvPr>
        </p:nvSpPr>
        <p:spPr>
          <a:xfrm>
            <a:off x="540000" y="1080000"/>
            <a:ext cx="1890000" cy="12126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p22"/>
          <p:cNvSpPr txBox="1"/>
          <p:nvPr>
            <p:ph idx="4" type="subTitle"/>
          </p:nvPr>
        </p:nvSpPr>
        <p:spPr>
          <a:xfrm>
            <a:off x="540000" y="2665550"/>
            <a:ext cx="1890000" cy="27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 Medium"/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56" name="Google Shape;256;p22"/>
          <p:cNvSpPr txBox="1"/>
          <p:nvPr>
            <p:ph idx="5" type="body"/>
          </p:nvPr>
        </p:nvSpPr>
        <p:spPr>
          <a:xfrm>
            <a:off x="2598450" y="2990601"/>
            <a:ext cx="1890000" cy="155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5750" lvl="1" marL="914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5750" lvl="2" marL="1371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5750" lvl="3" marL="1828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5750" lvl="4" marL="22860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5750" lvl="5" marL="2743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5750" lvl="6" marL="3200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5750" lvl="7" marL="3657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5750" lvl="8" marL="4114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57" name="Google Shape;257;p22"/>
          <p:cNvSpPr txBox="1"/>
          <p:nvPr>
            <p:ph idx="6" type="subTitle"/>
          </p:nvPr>
        </p:nvSpPr>
        <p:spPr>
          <a:xfrm>
            <a:off x="2598450" y="2365788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58" name="Google Shape;258;p22"/>
          <p:cNvSpPr/>
          <p:nvPr>
            <p:ph idx="7" type="pic"/>
          </p:nvPr>
        </p:nvSpPr>
        <p:spPr>
          <a:xfrm>
            <a:off x="2598450" y="1086738"/>
            <a:ext cx="1890000" cy="12126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22"/>
          <p:cNvSpPr txBox="1"/>
          <p:nvPr>
            <p:ph idx="8" type="subTitle"/>
          </p:nvPr>
        </p:nvSpPr>
        <p:spPr>
          <a:xfrm>
            <a:off x="2598450" y="2672288"/>
            <a:ext cx="1890000" cy="27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 Medium"/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60" name="Google Shape;260;p22"/>
          <p:cNvSpPr txBox="1"/>
          <p:nvPr>
            <p:ph idx="9" type="body"/>
          </p:nvPr>
        </p:nvSpPr>
        <p:spPr>
          <a:xfrm>
            <a:off x="4656225" y="2983237"/>
            <a:ext cx="1890000" cy="155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5750" lvl="1" marL="914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5750" lvl="2" marL="1371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5750" lvl="3" marL="1828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5750" lvl="4" marL="22860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5750" lvl="5" marL="2743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5750" lvl="6" marL="3200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5750" lvl="7" marL="3657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5750" lvl="8" marL="4114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61" name="Google Shape;261;p22"/>
          <p:cNvSpPr txBox="1"/>
          <p:nvPr>
            <p:ph idx="13" type="subTitle"/>
          </p:nvPr>
        </p:nvSpPr>
        <p:spPr>
          <a:xfrm>
            <a:off x="4656225" y="2359038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62" name="Google Shape;262;p22"/>
          <p:cNvSpPr/>
          <p:nvPr>
            <p:ph idx="14" type="pic"/>
          </p:nvPr>
        </p:nvSpPr>
        <p:spPr>
          <a:xfrm>
            <a:off x="4656225" y="1079988"/>
            <a:ext cx="1890000" cy="1212600"/>
          </a:xfrm>
          <a:prstGeom prst="rect">
            <a:avLst/>
          </a:prstGeom>
          <a:noFill/>
          <a:ln>
            <a:noFill/>
          </a:ln>
        </p:spPr>
      </p:sp>
      <p:sp>
        <p:nvSpPr>
          <p:cNvPr id="263" name="Google Shape;263;p22"/>
          <p:cNvSpPr txBox="1"/>
          <p:nvPr>
            <p:ph idx="15" type="subTitle"/>
          </p:nvPr>
        </p:nvSpPr>
        <p:spPr>
          <a:xfrm>
            <a:off x="4656225" y="2665538"/>
            <a:ext cx="1890000" cy="27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 Medium"/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64" name="Google Shape;264;p22"/>
          <p:cNvSpPr txBox="1"/>
          <p:nvPr>
            <p:ph idx="16" type="body"/>
          </p:nvPr>
        </p:nvSpPr>
        <p:spPr>
          <a:xfrm>
            <a:off x="6714000" y="2978625"/>
            <a:ext cx="1890000" cy="155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5750" lvl="1" marL="914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5750" lvl="2" marL="1371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5750" lvl="3" marL="1828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5750" lvl="4" marL="22860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5750" lvl="5" marL="2743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5750" lvl="6" marL="3200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5750" lvl="7" marL="3657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5750" lvl="8" marL="4114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65" name="Google Shape;265;p22"/>
          <p:cNvSpPr txBox="1"/>
          <p:nvPr>
            <p:ph idx="17" type="subTitle"/>
          </p:nvPr>
        </p:nvSpPr>
        <p:spPr>
          <a:xfrm>
            <a:off x="6714000" y="2354425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66" name="Google Shape;266;p22"/>
          <p:cNvSpPr/>
          <p:nvPr>
            <p:ph idx="18" type="pic"/>
          </p:nvPr>
        </p:nvSpPr>
        <p:spPr>
          <a:xfrm>
            <a:off x="6714000" y="1075375"/>
            <a:ext cx="1890000" cy="1212600"/>
          </a:xfrm>
          <a:prstGeom prst="rect">
            <a:avLst/>
          </a:prstGeom>
          <a:noFill/>
          <a:ln>
            <a:noFill/>
          </a:ln>
        </p:spPr>
      </p:sp>
      <p:sp>
        <p:nvSpPr>
          <p:cNvPr id="267" name="Google Shape;267;p22"/>
          <p:cNvSpPr txBox="1"/>
          <p:nvPr>
            <p:ph idx="19" type="subTitle"/>
          </p:nvPr>
        </p:nvSpPr>
        <p:spPr>
          <a:xfrm>
            <a:off x="6714000" y="2660925"/>
            <a:ext cx="1890000" cy="27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 Medium"/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1531">
          <p15:clr>
            <a:srgbClr val="E46962"/>
          </p15:clr>
        </p15:guide>
        <p15:guide id="2" pos="1531">
          <p15:clr>
            <a:srgbClr val="E46962"/>
          </p15:clr>
        </p15:guide>
        <p15:guide id="3" pos="2827">
          <p15:clr>
            <a:srgbClr val="E46962"/>
          </p15:clr>
        </p15:guide>
        <p15:guide id="4" pos="2933">
          <p15:clr>
            <a:srgbClr val="E46962"/>
          </p15:clr>
        </p15:guide>
        <p15:guide id="5" pos="1637">
          <p15:clr>
            <a:srgbClr val="E46962"/>
          </p15:clr>
        </p15:guide>
        <p15:guide id="6" pos="4124">
          <p15:clr>
            <a:srgbClr val="E46962"/>
          </p15:clr>
        </p15:guide>
        <p15:guide id="7" pos="4229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columns with titles and images">
  <p:cSld name="TITLE_1_1_1_3_1"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3"/>
          <p:cNvSpPr txBox="1"/>
          <p:nvPr>
            <p:ph idx="1" type="body"/>
          </p:nvPr>
        </p:nvSpPr>
        <p:spPr>
          <a:xfrm>
            <a:off x="540000" y="2968800"/>
            <a:ext cx="3932400" cy="157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70" name="Google Shape;270;p23"/>
          <p:cNvSpPr txBox="1"/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23"/>
          <p:cNvSpPr txBox="1"/>
          <p:nvPr>
            <p:ph idx="2" type="subTitle"/>
          </p:nvPr>
        </p:nvSpPr>
        <p:spPr>
          <a:xfrm>
            <a:off x="540000" y="2654400"/>
            <a:ext cx="39324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72" name="Google Shape;272;p23"/>
          <p:cNvSpPr/>
          <p:nvPr>
            <p:ph idx="3" type="pic"/>
          </p:nvPr>
        </p:nvSpPr>
        <p:spPr>
          <a:xfrm>
            <a:off x="540000" y="900000"/>
            <a:ext cx="3932400" cy="1621200"/>
          </a:xfrm>
          <a:prstGeom prst="rect">
            <a:avLst/>
          </a:prstGeom>
          <a:noFill/>
          <a:ln>
            <a:noFill/>
          </a:ln>
        </p:spPr>
      </p:sp>
      <p:sp>
        <p:nvSpPr>
          <p:cNvPr id="273" name="Google Shape;273;p23"/>
          <p:cNvSpPr txBox="1"/>
          <p:nvPr>
            <p:ph idx="4" type="subTitle"/>
          </p:nvPr>
        </p:nvSpPr>
        <p:spPr>
          <a:xfrm>
            <a:off x="4680025" y="2654400"/>
            <a:ext cx="39324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74" name="Google Shape;274;p23"/>
          <p:cNvSpPr/>
          <p:nvPr>
            <p:ph idx="5" type="pic"/>
          </p:nvPr>
        </p:nvSpPr>
        <p:spPr>
          <a:xfrm>
            <a:off x="4680025" y="900000"/>
            <a:ext cx="3932400" cy="1621200"/>
          </a:xfrm>
          <a:prstGeom prst="rect">
            <a:avLst/>
          </a:prstGeom>
          <a:noFill/>
          <a:ln>
            <a:noFill/>
          </a:ln>
        </p:spPr>
      </p:sp>
      <p:sp>
        <p:nvSpPr>
          <p:cNvPr id="275" name="Google Shape;275;p23"/>
          <p:cNvSpPr txBox="1"/>
          <p:nvPr>
            <p:ph idx="12" type="sldNum"/>
          </p:nvPr>
        </p:nvSpPr>
        <p:spPr>
          <a:xfrm>
            <a:off x="4578538" y="4783500"/>
            <a:ext cx="40254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76" name="Google Shape;276;p23"/>
          <p:cNvSpPr txBox="1"/>
          <p:nvPr>
            <p:ph idx="6" type="body"/>
          </p:nvPr>
        </p:nvSpPr>
        <p:spPr>
          <a:xfrm>
            <a:off x="4680025" y="2967600"/>
            <a:ext cx="3932400" cy="157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948">
          <p15:clr>
            <a:srgbClr val="E46962"/>
          </p15:clr>
        </p15:guide>
        <p15:guide id="2" pos="2817">
          <p15:clr>
            <a:srgbClr val="E46962"/>
          </p15:clr>
        </p15:guide>
        <p15:guide id="3" orient="horz" pos="1785">
          <p15:clr>
            <a:srgbClr val="E46962"/>
          </p15:clr>
        </p15:guide>
        <p15:guide id="4" orient="horz" pos="1870">
          <p15:clr>
            <a:srgbClr val="E46962"/>
          </p15:clr>
        </p15:guide>
        <p15:guide id="5" orient="horz" pos="1672">
          <p15:clr>
            <a:srgbClr val="E46962"/>
          </p15:clr>
        </p15:guide>
        <p15:guide id="6" orient="horz" pos="1587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columns with titles">
  <p:cSld name="TITLE_1_1_1_3"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4"/>
          <p:cNvSpPr txBox="1"/>
          <p:nvPr>
            <p:ph idx="1" type="body"/>
          </p:nvPr>
        </p:nvSpPr>
        <p:spPr>
          <a:xfrm>
            <a:off x="540000" y="1260000"/>
            <a:ext cx="3932400" cy="328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79" name="Google Shape;279;p24"/>
          <p:cNvSpPr txBox="1"/>
          <p:nvPr>
            <p:ph idx="2" type="body"/>
          </p:nvPr>
        </p:nvSpPr>
        <p:spPr>
          <a:xfrm>
            <a:off x="4680025" y="1260000"/>
            <a:ext cx="3932400" cy="328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80" name="Google Shape;280;p24"/>
          <p:cNvSpPr txBox="1"/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1" name="Google Shape;281;p24"/>
          <p:cNvSpPr txBox="1"/>
          <p:nvPr>
            <p:ph idx="3" type="subTitle"/>
          </p:nvPr>
        </p:nvSpPr>
        <p:spPr>
          <a:xfrm>
            <a:off x="540000" y="900000"/>
            <a:ext cx="39324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82" name="Google Shape;282;p24"/>
          <p:cNvSpPr txBox="1"/>
          <p:nvPr>
            <p:ph idx="4" type="subTitle"/>
          </p:nvPr>
        </p:nvSpPr>
        <p:spPr>
          <a:xfrm>
            <a:off x="4680025" y="900000"/>
            <a:ext cx="39324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83" name="Google Shape;283;p24"/>
          <p:cNvSpPr txBox="1"/>
          <p:nvPr>
            <p:ph idx="12" type="sldNum"/>
          </p:nvPr>
        </p:nvSpPr>
        <p:spPr>
          <a:xfrm>
            <a:off x="4578538" y="4783500"/>
            <a:ext cx="40254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948">
          <p15:clr>
            <a:srgbClr val="E46962"/>
          </p15:clr>
        </p15:guide>
        <p15:guide id="2" pos="2817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columns">
  <p:cSld name="TITLE_1_1_1_2_1_1"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5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25"/>
          <p:cNvSpPr txBox="1"/>
          <p:nvPr>
            <p:ph idx="1" type="body"/>
          </p:nvPr>
        </p:nvSpPr>
        <p:spPr>
          <a:xfrm>
            <a:off x="540000" y="1961000"/>
            <a:ext cx="2526900" cy="257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87" name="Google Shape;287;p25"/>
          <p:cNvSpPr txBox="1"/>
          <p:nvPr>
            <p:ph idx="2" type="subTitle"/>
          </p:nvPr>
        </p:nvSpPr>
        <p:spPr>
          <a:xfrm>
            <a:off x="540902" y="1080000"/>
            <a:ext cx="25269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88" name="Google Shape;288;p25"/>
          <p:cNvSpPr txBox="1"/>
          <p:nvPr>
            <p:ph idx="3" type="subTitle"/>
          </p:nvPr>
        </p:nvSpPr>
        <p:spPr>
          <a:xfrm>
            <a:off x="540902" y="1538900"/>
            <a:ext cx="2526900" cy="208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89" name="Google Shape;289;p25"/>
          <p:cNvSpPr txBox="1"/>
          <p:nvPr>
            <p:ph idx="4" type="body"/>
          </p:nvPr>
        </p:nvSpPr>
        <p:spPr>
          <a:xfrm>
            <a:off x="3307682" y="1961000"/>
            <a:ext cx="2526900" cy="257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90" name="Google Shape;290;p25"/>
          <p:cNvSpPr txBox="1"/>
          <p:nvPr>
            <p:ph idx="5" type="subTitle"/>
          </p:nvPr>
        </p:nvSpPr>
        <p:spPr>
          <a:xfrm>
            <a:off x="3308586" y="1080000"/>
            <a:ext cx="25269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91" name="Google Shape;291;p25"/>
          <p:cNvSpPr txBox="1"/>
          <p:nvPr>
            <p:ph idx="6" type="subTitle"/>
          </p:nvPr>
        </p:nvSpPr>
        <p:spPr>
          <a:xfrm>
            <a:off x="3308586" y="1538900"/>
            <a:ext cx="2526900" cy="208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92" name="Google Shape;292;p25"/>
          <p:cNvSpPr txBox="1"/>
          <p:nvPr>
            <p:ph idx="7" type="body"/>
          </p:nvPr>
        </p:nvSpPr>
        <p:spPr>
          <a:xfrm>
            <a:off x="6076277" y="1967672"/>
            <a:ext cx="2526900" cy="257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93" name="Google Shape;293;p25"/>
          <p:cNvSpPr txBox="1"/>
          <p:nvPr>
            <p:ph idx="8" type="subTitle"/>
          </p:nvPr>
        </p:nvSpPr>
        <p:spPr>
          <a:xfrm>
            <a:off x="6077166" y="1086800"/>
            <a:ext cx="25269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94" name="Google Shape;294;p25"/>
          <p:cNvSpPr txBox="1"/>
          <p:nvPr>
            <p:ph idx="9" type="subTitle"/>
          </p:nvPr>
        </p:nvSpPr>
        <p:spPr>
          <a:xfrm>
            <a:off x="6077166" y="1545700"/>
            <a:ext cx="2526900" cy="208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columns">
  <p:cSld name="TITLE_1_1_1_2_1_2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6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26"/>
          <p:cNvSpPr txBox="1"/>
          <p:nvPr>
            <p:ph idx="1" type="body"/>
          </p:nvPr>
        </p:nvSpPr>
        <p:spPr>
          <a:xfrm>
            <a:off x="540000" y="1961000"/>
            <a:ext cx="1890000" cy="258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98" name="Google Shape;298;p26"/>
          <p:cNvSpPr txBox="1"/>
          <p:nvPr>
            <p:ph idx="2" type="subTitle"/>
          </p:nvPr>
        </p:nvSpPr>
        <p:spPr>
          <a:xfrm>
            <a:off x="540675" y="1080000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99" name="Google Shape;299;p26"/>
          <p:cNvSpPr txBox="1"/>
          <p:nvPr>
            <p:ph idx="3" type="subTitle"/>
          </p:nvPr>
        </p:nvSpPr>
        <p:spPr>
          <a:xfrm>
            <a:off x="540675" y="1538900"/>
            <a:ext cx="1890000" cy="208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00" name="Google Shape;300;p26"/>
          <p:cNvSpPr txBox="1"/>
          <p:nvPr>
            <p:ph idx="4" type="body"/>
          </p:nvPr>
        </p:nvSpPr>
        <p:spPr>
          <a:xfrm>
            <a:off x="2598450" y="1961000"/>
            <a:ext cx="1890000" cy="258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01" name="Google Shape;301;p26"/>
          <p:cNvSpPr txBox="1"/>
          <p:nvPr>
            <p:ph idx="5" type="subTitle"/>
          </p:nvPr>
        </p:nvSpPr>
        <p:spPr>
          <a:xfrm>
            <a:off x="2599125" y="1080000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02" name="Google Shape;302;p26"/>
          <p:cNvSpPr txBox="1"/>
          <p:nvPr>
            <p:ph idx="6" type="subTitle"/>
          </p:nvPr>
        </p:nvSpPr>
        <p:spPr>
          <a:xfrm>
            <a:off x="2599125" y="1538900"/>
            <a:ext cx="1890000" cy="208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03" name="Google Shape;303;p26"/>
          <p:cNvSpPr txBox="1"/>
          <p:nvPr>
            <p:ph idx="7" type="body"/>
          </p:nvPr>
        </p:nvSpPr>
        <p:spPr>
          <a:xfrm>
            <a:off x="4657575" y="1961000"/>
            <a:ext cx="1890000" cy="258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04" name="Google Shape;304;p26"/>
          <p:cNvSpPr txBox="1"/>
          <p:nvPr>
            <p:ph idx="8" type="subTitle"/>
          </p:nvPr>
        </p:nvSpPr>
        <p:spPr>
          <a:xfrm>
            <a:off x="4658250" y="1080000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05" name="Google Shape;305;p26"/>
          <p:cNvSpPr txBox="1"/>
          <p:nvPr>
            <p:ph idx="9" type="subTitle"/>
          </p:nvPr>
        </p:nvSpPr>
        <p:spPr>
          <a:xfrm>
            <a:off x="4658250" y="1538900"/>
            <a:ext cx="1890000" cy="208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06" name="Google Shape;306;p26"/>
          <p:cNvSpPr txBox="1"/>
          <p:nvPr>
            <p:ph idx="13" type="subTitle"/>
          </p:nvPr>
        </p:nvSpPr>
        <p:spPr>
          <a:xfrm>
            <a:off x="6718050" y="1080000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07" name="Google Shape;307;p26"/>
          <p:cNvSpPr txBox="1"/>
          <p:nvPr>
            <p:ph idx="14" type="subTitle"/>
          </p:nvPr>
        </p:nvSpPr>
        <p:spPr>
          <a:xfrm>
            <a:off x="6718050" y="1538900"/>
            <a:ext cx="1890000" cy="208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08" name="Google Shape;308;p26"/>
          <p:cNvSpPr txBox="1"/>
          <p:nvPr>
            <p:ph idx="15" type="body"/>
          </p:nvPr>
        </p:nvSpPr>
        <p:spPr>
          <a:xfrm>
            <a:off x="6716700" y="1961000"/>
            <a:ext cx="1890000" cy="258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1531">
          <p15:clr>
            <a:srgbClr val="E46962"/>
          </p15:clr>
        </p15:guide>
        <p15:guide id="2" pos="1531">
          <p15:clr>
            <a:srgbClr val="E46962"/>
          </p15:clr>
        </p15:guide>
        <p15:guide id="3" pos="2827">
          <p15:clr>
            <a:srgbClr val="E46962"/>
          </p15:clr>
        </p15:guide>
        <p15:guide id="4" pos="2933">
          <p15:clr>
            <a:srgbClr val="E46962"/>
          </p15:clr>
        </p15:guide>
        <p15:guide id="5" pos="1637">
          <p15:clr>
            <a:srgbClr val="E46962"/>
          </p15:clr>
        </p15:guide>
        <p15:guide id="6" pos="4124">
          <p15:clr>
            <a:srgbClr val="E46962"/>
          </p15:clr>
        </p15:guide>
        <p15:guide id="7" pos="4229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3 rows of text with subtitles">
  <p:cSld name="CUSTOM_28_1_1"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7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1" name="Google Shape;311;p27"/>
          <p:cNvSpPr txBox="1"/>
          <p:nvPr>
            <p:ph idx="1" type="subTitle"/>
          </p:nvPr>
        </p:nvSpPr>
        <p:spPr>
          <a:xfrm>
            <a:off x="543675" y="1080000"/>
            <a:ext cx="5061000" cy="221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12" name="Google Shape;312;p27"/>
          <p:cNvSpPr txBox="1"/>
          <p:nvPr>
            <p:ph idx="2" type="body"/>
          </p:nvPr>
        </p:nvSpPr>
        <p:spPr>
          <a:xfrm>
            <a:off x="541875" y="1348011"/>
            <a:ext cx="5061000" cy="76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13" name="Google Shape;313;p27"/>
          <p:cNvSpPr txBox="1"/>
          <p:nvPr>
            <p:ph idx="3" type="subTitle"/>
          </p:nvPr>
        </p:nvSpPr>
        <p:spPr>
          <a:xfrm>
            <a:off x="542775" y="3515658"/>
            <a:ext cx="5061000" cy="221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14" name="Google Shape;314;p27"/>
          <p:cNvSpPr txBox="1"/>
          <p:nvPr>
            <p:ph idx="4" type="body"/>
          </p:nvPr>
        </p:nvSpPr>
        <p:spPr>
          <a:xfrm>
            <a:off x="540975" y="3783670"/>
            <a:ext cx="5061000" cy="76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15" name="Google Shape;315;p27"/>
          <p:cNvSpPr txBox="1"/>
          <p:nvPr>
            <p:ph idx="5" type="subTitle"/>
          </p:nvPr>
        </p:nvSpPr>
        <p:spPr>
          <a:xfrm>
            <a:off x="541875" y="2297829"/>
            <a:ext cx="5061000" cy="221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16" name="Google Shape;316;p27"/>
          <p:cNvSpPr txBox="1"/>
          <p:nvPr>
            <p:ph idx="6" type="body"/>
          </p:nvPr>
        </p:nvSpPr>
        <p:spPr>
          <a:xfrm>
            <a:off x="540075" y="2565840"/>
            <a:ext cx="5061000" cy="76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681">
          <p15:clr>
            <a:srgbClr val="FA7B17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, subheader, text, image">
  <p:cSld name="TITLE_1_1_1_1"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8"/>
          <p:cNvSpPr txBox="1"/>
          <p:nvPr>
            <p:ph idx="1" type="body"/>
          </p:nvPr>
        </p:nvSpPr>
        <p:spPr>
          <a:xfrm>
            <a:off x="540000" y="1080000"/>
            <a:ext cx="3932400" cy="344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19" name="Google Shape;319;p28"/>
          <p:cNvSpPr/>
          <p:nvPr>
            <p:ph idx="2" type="pic"/>
          </p:nvPr>
        </p:nvSpPr>
        <p:spPr>
          <a:xfrm>
            <a:off x="4686475" y="1080000"/>
            <a:ext cx="3917400" cy="3467400"/>
          </a:xfrm>
          <a:prstGeom prst="rect">
            <a:avLst/>
          </a:prstGeom>
          <a:noFill/>
          <a:ln>
            <a:noFill/>
          </a:ln>
        </p:spPr>
      </p:sp>
      <p:sp>
        <p:nvSpPr>
          <p:cNvPr id="320" name="Google Shape;320;p28"/>
          <p:cNvSpPr txBox="1"/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1" name="Google Shape;321;p28"/>
          <p:cNvSpPr txBox="1"/>
          <p:nvPr>
            <p:ph idx="3" type="subTitle"/>
          </p:nvPr>
        </p:nvSpPr>
        <p:spPr>
          <a:xfrm>
            <a:off x="540000" y="648125"/>
            <a:ext cx="80640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948">
          <p15:clr>
            <a:srgbClr val="E46962"/>
          </p15:clr>
        </p15:guide>
        <p15:guide id="2" pos="2817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, text, image">
  <p:cSld name="TITLE_1_1_1_1_1"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9"/>
          <p:cNvSpPr txBox="1"/>
          <p:nvPr>
            <p:ph idx="1" type="body"/>
          </p:nvPr>
        </p:nvSpPr>
        <p:spPr>
          <a:xfrm>
            <a:off x="540000" y="1080000"/>
            <a:ext cx="3932400" cy="344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24" name="Google Shape;324;p29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5" name="Google Shape;325;p29"/>
          <p:cNvSpPr/>
          <p:nvPr>
            <p:ph idx="2" type="pic"/>
          </p:nvPr>
        </p:nvSpPr>
        <p:spPr>
          <a:xfrm>
            <a:off x="4686475" y="1080000"/>
            <a:ext cx="3917400" cy="3467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2948">
          <p15:clr>
            <a:srgbClr val="E46962"/>
          </p15:clr>
        </p15:guide>
        <p15:guide id="2" pos="2817">
          <p15:clr>
            <a:srgbClr val="E46962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column with 1 section on the right">
  <p:cSld name="CUSTOM_18_2_2_1"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7" name="Google Shape;327;p30"/>
          <p:cNvCxnSpPr/>
          <p:nvPr/>
        </p:nvCxnSpPr>
        <p:spPr>
          <a:xfrm>
            <a:off x="3183625" y="369350"/>
            <a:ext cx="0" cy="4182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8" name="Google Shape;328;p30"/>
          <p:cNvSpPr txBox="1"/>
          <p:nvPr>
            <p:ph type="title"/>
          </p:nvPr>
        </p:nvSpPr>
        <p:spPr>
          <a:xfrm>
            <a:off x="540000" y="360000"/>
            <a:ext cx="2283000" cy="90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9" name="Google Shape;329;p30"/>
          <p:cNvSpPr txBox="1"/>
          <p:nvPr>
            <p:ph idx="1" type="body"/>
          </p:nvPr>
        </p:nvSpPr>
        <p:spPr>
          <a:xfrm>
            <a:off x="3544250" y="1108050"/>
            <a:ext cx="5059800" cy="328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30" name="Google Shape;330;p30"/>
          <p:cNvSpPr txBox="1"/>
          <p:nvPr>
            <p:ph idx="2" type="subTitle"/>
          </p:nvPr>
        </p:nvSpPr>
        <p:spPr>
          <a:xfrm>
            <a:off x="3544250" y="748050"/>
            <a:ext cx="50598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31" name="Google Shape;331;p30"/>
          <p:cNvSpPr txBox="1"/>
          <p:nvPr>
            <p:ph idx="3" type="body"/>
          </p:nvPr>
        </p:nvSpPr>
        <p:spPr>
          <a:xfrm>
            <a:off x="540000" y="1479425"/>
            <a:ext cx="2283000" cy="30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column with 2 sections on the right">
  <p:cSld name="CUSTOM_18_2_2_2"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3" name="Google Shape;333;p31"/>
          <p:cNvCxnSpPr/>
          <p:nvPr/>
        </p:nvCxnSpPr>
        <p:spPr>
          <a:xfrm>
            <a:off x="3183625" y="369350"/>
            <a:ext cx="0" cy="4182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4" name="Google Shape;334;p31"/>
          <p:cNvSpPr txBox="1"/>
          <p:nvPr>
            <p:ph type="title"/>
          </p:nvPr>
        </p:nvSpPr>
        <p:spPr>
          <a:xfrm>
            <a:off x="540000" y="360000"/>
            <a:ext cx="2283000" cy="90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31"/>
          <p:cNvSpPr txBox="1"/>
          <p:nvPr>
            <p:ph idx="1" type="subTitle"/>
          </p:nvPr>
        </p:nvSpPr>
        <p:spPr>
          <a:xfrm>
            <a:off x="3543050" y="360000"/>
            <a:ext cx="5061000" cy="411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36" name="Google Shape;336;p31"/>
          <p:cNvSpPr txBox="1"/>
          <p:nvPr>
            <p:ph idx="2" type="body"/>
          </p:nvPr>
        </p:nvSpPr>
        <p:spPr>
          <a:xfrm>
            <a:off x="3541250" y="858338"/>
            <a:ext cx="5061000" cy="1419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37" name="Google Shape;337;p31"/>
          <p:cNvSpPr txBox="1"/>
          <p:nvPr>
            <p:ph idx="3" type="subTitle"/>
          </p:nvPr>
        </p:nvSpPr>
        <p:spPr>
          <a:xfrm>
            <a:off x="3541250" y="2624421"/>
            <a:ext cx="5061000" cy="411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38" name="Google Shape;338;p31"/>
          <p:cNvSpPr txBox="1"/>
          <p:nvPr>
            <p:ph idx="4" type="body"/>
          </p:nvPr>
        </p:nvSpPr>
        <p:spPr>
          <a:xfrm>
            <a:off x="3539450" y="3122759"/>
            <a:ext cx="5061000" cy="1419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39" name="Google Shape;339;p31"/>
          <p:cNvSpPr txBox="1"/>
          <p:nvPr>
            <p:ph idx="5" type="body"/>
          </p:nvPr>
        </p:nvSpPr>
        <p:spPr>
          <a:xfrm>
            <a:off x="540000" y="1479425"/>
            <a:ext cx="2283000" cy="30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column with 3 sections on the right">
  <p:cSld name="CUSTOM_18_2"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1" name="Google Shape;341;p32"/>
          <p:cNvCxnSpPr/>
          <p:nvPr/>
        </p:nvCxnSpPr>
        <p:spPr>
          <a:xfrm>
            <a:off x="3183625" y="369350"/>
            <a:ext cx="0" cy="4182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2" name="Google Shape;342;p32"/>
          <p:cNvSpPr txBox="1"/>
          <p:nvPr>
            <p:ph type="title"/>
          </p:nvPr>
        </p:nvSpPr>
        <p:spPr>
          <a:xfrm>
            <a:off x="540000" y="360000"/>
            <a:ext cx="2283000" cy="90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32"/>
          <p:cNvSpPr txBox="1"/>
          <p:nvPr>
            <p:ph idx="1" type="subTitle"/>
          </p:nvPr>
        </p:nvSpPr>
        <p:spPr>
          <a:xfrm>
            <a:off x="3543050" y="360000"/>
            <a:ext cx="5061000" cy="267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44" name="Google Shape;344;p32"/>
          <p:cNvSpPr txBox="1"/>
          <p:nvPr>
            <p:ph idx="2" type="body"/>
          </p:nvPr>
        </p:nvSpPr>
        <p:spPr>
          <a:xfrm>
            <a:off x="3541250" y="683675"/>
            <a:ext cx="5061000" cy="92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45" name="Google Shape;345;p32"/>
          <p:cNvSpPr txBox="1"/>
          <p:nvPr>
            <p:ph idx="3" type="subTitle"/>
          </p:nvPr>
        </p:nvSpPr>
        <p:spPr>
          <a:xfrm>
            <a:off x="3542150" y="3301525"/>
            <a:ext cx="5061000" cy="267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46" name="Google Shape;346;p32"/>
          <p:cNvSpPr txBox="1"/>
          <p:nvPr>
            <p:ph idx="4" type="body"/>
          </p:nvPr>
        </p:nvSpPr>
        <p:spPr>
          <a:xfrm>
            <a:off x="3540350" y="3625200"/>
            <a:ext cx="5061000" cy="92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47" name="Google Shape;347;p32"/>
          <p:cNvSpPr txBox="1"/>
          <p:nvPr>
            <p:ph idx="5" type="subTitle"/>
          </p:nvPr>
        </p:nvSpPr>
        <p:spPr>
          <a:xfrm>
            <a:off x="3541250" y="1830763"/>
            <a:ext cx="5061000" cy="267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48" name="Google Shape;348;p32"/>
          <p:cNvSpPr txBox="1"/>
          <p:nvPr>
            <p:ph idx="6" type="body"/>
          </p:nvPr>
        </p:nvSpPr>
        <p:spPr>
          <a:xfrm>
            <a:off x="3539450" y="2154438"/>
            <a:ext cx="5061000" cy="92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49" name="Google Shape;349;p32"/>
          <p:cNvSpPr txBox="1"/>
          <p:nvPr>
            <p:ph idx="7" type="body"/>
          </p:nvPr>
        </p:nvSpPr>
        <p:spPr>
          <a:xfrm>
            <a:off x="540000" y="1479425"/>
            <a:ext cx="2283000" cy="30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V">
  <p:cSld name="CUSTOM_18_2_2_1_1_1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1" name="Google Shape;351;p33"/>
          <p:cNvCxnSpPr/>
          <p:nvPr/>
        </p:nvCxnSpPr>
        <p:spPr>
          <a:xfrm>
            <a:off x="2728150" y="369350"/>
            <a:ext cx="0" cy="4182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52" name="Google Shape;352;p33"/>
          <p:cNvSpPr txBox="1"/>
          <p:nvPr>
            <p:ph idx="1" type="subTitle"/>
          </p:nvPr>
        </p:nvSpPr>
        <p:spPr>
          <a:xfrm>
            <a:off x="3010029" y="360000"/>
            <a:ext cx="5593800" cy="17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00"/>
              <a:buFont typeface="Montserrat Medium"/>
              <a:buNone/>
              <a:defRPr sz="10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53" name="Google Shape;353;p33"/>
          <p:cNvSpPr txBox="1"/>
          <p:nvPr>
            <p:ph idx="2" type="body"/>
          </p:nvPr>
        </p:nvSpPr>
        <p:spPr>
          <a:xfrm>
            <a:off x="3008040" y="617650"/>
            <a:ext cx="5593800" cy="102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54" name="Google Shape;354;p33"/>
          <p:cNvSpPr txBox="1"/>
          <p:nvPr>
            <p:ph idx="3" type="subTitle"/>
          </p:nvPr>
        </p:nvSpPr>
        <p:spPr>
          <a:xfrm>
            <a:off x="540000" y="1751775"/>
            <a:ext cx="1890000" cy="402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4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55" name="Google Shape;355;p33"/>
          <p:cNvSpPr/>
          <p:nvPr>
            <p:ph idx="4" type="pic"/>
          </p:nvPr>
        </p:nvSpPr>
        <p:spPr>
          <a:xfrm>
            <a:off x="540000" y="369350"/>
            <a:ext cx="1213200" cy="1213200"/>
          </a:xfrm>
          <a:prstGeom prst="rect">
            <a:avLst/>
          </a:prstGeom>
          <a:noFill/>
          <a:ln>
            <a:noFill/>
          </a:ln>
        </p:spPr>
      </p:sp>
      <p:sp>
        <p:nvSpPr>
          <p:cNvPr id="356" name="Google Shape;356;p33"/>
          <p:cNvSpPr txBox="1"/>
          <p:nvPr>
            <p:ph idx="5" type="subTitle"/>
          </p:nvPr>
        </p:nvSpPr>
        <p:spPr>
          <a:xfrm>
            <a:off x="540000" y="2228925"/>
            <a:ext cx="1890000" cy="12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57" name="Google Shape;357;p33"/>
          <p:cNvSpPr txBox="1"/>
          <p:nvPr>
            <p:ph idx="6" type="body"/>
          </p:nvPr>
        </p:nvSpPr>
        <p:spPr>
          <a:xfrm>
            <a:off x="540000" y="2502475"/>
            <a:ext cx="1890000" cy="169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5750" lvl="1" marL="914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5750" lvl="2" marL="1371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5750" lvl="4" marL="22860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5750" lvl="5" marL="2743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5750" lvl="6" marL="3200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5750" lvl="7" marL="3657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5750" lvl="8" marL="4114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58" name="Google Shape;358;p33"/>
          <p:cNvSpPr txBox="1"/>
          <p:nvPr>
            <p:ph idx="7" type="subTitle"/>
          </p:nvPr>
        </p:nvSpPr>
        <p:spPr>
          <a:xfrm>
            <a:off x="3009034" y="3267225"/>
            <a:ext cx="5593800" cy="17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00"/>
              <a:buFont typeface="Montserrat Medium"/>
              <a:buNone/>
              <a:defRPr sz="10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59" name="Google Shape;359;p33"/>
          <p:cNvSpPr txBox="1"/>
          <p:nvPr>
            <p:ph idx="8" type="body"/>
          </p:nvPr>
        </p:nvSpPr>
        <p:spPr>
          <a:xfrm>
            <a:off x="3007045" y="3524875"/>
            <a:ext cx="5593800" cy="102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60" name="Google Shape;360;p33"/>
          <p:cNvSpPr txBox="1"/>
          <p:nvPr>
            <p:ph idx="9" type="subTitle"/>
          </p:nvPr>
        </p:nvSpPr>
        <p:spPr>
          <a:xfrm>
            <a:off x="3008040" y="1820625"/>
            <a:ext cx="5593800" cy="17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00"/>
              <a:buFont typeface="Montserrat Medium"/>
              <a:buNone/>
              <a:defRPr sz="10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61" name="Google Shape;361;p33"/>
          <p:cNvSpPr txBox="1"/>
          <p:nvPr>
            <p:ph idx="13" type="body"/>
          </p:nvPr>
        </p:nvSpPr>
        <p:spPr>
          <a:xfrm>
            <a:off x="3006050" y="2078275"/>
            <a:ext cx="5593800" cy="102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62" name="Google Shape;362;p33"/>
          <p:cNvSpPr txBox="1"/>
          <p:nvPr/>
        </p:nvSpPr>
        <p:spPr>
          <a:xfrm>
            <a:off x="540000" y="4783500"/>
            <a:ext cx="236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Devoteam</a:t>
            </a:r>
            <a:r>
              <a:rPr lang="en-GB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| </a:t>
            </a:r>
            <a:r>
              <a:rPr b="1" lang="en-GB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AI-driven tech consulting</a:t>
            </a:r>
            <a:endParaRPr b="1" sz="8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63" name="Google Shape;363;p33"/>
          <p:cNvSpPr txBox="1"/>
          <p:nvPr>
            <p:ph idx="14" type="subTitle"/>
          </p:nvPr>
        </p:nvSpPr>
        <p:spPr>
          <a:xfrm>
            <a:off x="540000" y="4334175"/>
            <a:ext cx="1890000" cy="21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00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"/>
              <a:buNone/>
              <a:defRPr b="1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V with logo">
  <p:cSld name="CUSTOM_18_2_2_1_1_1_2"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5" name="Google Shape;365;p34"/>
          <p:cNvCxnSpPr/>
          <p:nvPr/>
        </p:nvCxnSpPr>
        <p:spPr>
          <a:xfrm>
            <a:off x="2728150" y="369350"/>
            <a:ext cx="0" cy="4182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66" name="Google Shape;366;p34"/>
          <p:cNvSpPr txBox="1"/>
          <p:nvPr>
            <p:ph idx="1" type="subTitle"/>
          </p:nvPr>
        </p:nvSpPr>
        <p:spPr>
          <a:xfrm>
            <a:off x="540000" y="1751775"/>
            <a:ext cx="1890000" cy="402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4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67" name="Google Shape;367;p34"/>
          <p:cNvSpPr/>
          <p:nvPr>
            <p:ph idx="2" type="pic"/>
          </p:nvPr>
        </p:nvSpPr>
        <p:spPr>
          <a:xfrm>
            <a:off x="540000" y="369350"/>
            <a:ext cx="1213200" cy="1213200"/>
          </a:xfrm>
          <a:prstGeom prst="rect">
            <a:avLst/>
          </a:prstGeom>
          <a:noFill/>
          <a:ln>
            <a:noFill/>
          </a:ln>
        </p:spPr>
      </p:sp>
      <p:sp>
        <p:nvSpPr>
          <p:cNvPr id="368" name="Google Shape;368;p34"/>
          <p:cNvSpPr txBox="1"/>
          <p:nvPr>
            <p:ph idx="3" type="subTitle"/>
          </p:nvPr>
        </p:nvSpPr>
        <p:spPr>
          <a:xfrm>
            <a:off x="540000" y="2228925"/>
            <a:ext cx="1890000" cy="12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69" name="Google Shape;369;p34"/>
          <p:cNvSpPr txBox="1"/>
          <p:nvPr>
            <p:ph idx="4" type="body"/>
          </p:nvPr>
        </p:nvSpPr>
        <p:spPr>
          <a:xfrm>
            <a:off x="540000" y="2502475"/>
            <a:ext cx="1890000" cy="169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5750" lvl="1" marL="914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5750" lvl="2" marL="1371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5750" lvl="4" marL="22860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5750" lvl="5" marL="2743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5750" lvl="6" marL="3200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5750" lvl="7" marL="3657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5750" lvl="8" marL="4114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70" name="Google Shape;370;p34"/>
          <p:cNvSpPr txBox="1"/>
          <p:nvPr/>
        </p:nvSpPr>
        <p:spPr>
          <a:xfrm>
            <a:off x="540000" y="4783500"/>
            <a:ext cx="78471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AI-driven tech consulting</a:t>
            </a:r>
            <a:endParaRPr b="1" sz="8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71" name="Google Shape;371;p34"/>
          <p:cNvSpPr txBox="1"/>
          <p:nvPr>
            <p:ph idx="5" type="subTitle"/>
          </p:nvPr>
        </p:nvSpPr>
        <p:spPr>
          <a:xfrm>
            <a:off x="540000" y="4334175"/>
            <a:ext cx="1890000" cy="21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00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"/>
              <a:buNone/>
              <a:defRPr b="1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pic>
        <p:nvPicPr>
          <p:cNvPr id="372" name="Google Shape;37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40000" y="4698000"/>
            <a:ext cx="932875" cy="27935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34"/>
          <p:cNvSpPr txBox="1"/>
          <p:nvPr>
            <p:ph idx="6" type="subTitle"/>
          </p:nvPr>
        </p:nvSpPr>
        <p:spPr>
          <a:xfrm>
            <a:off x="3010029" y="360000"/>
            <a:ext cx="5593800" cy="17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00"/>
              <a:buFont typeface="Montserrat Medium"/>
              <a:buNone/>
              <a:defRPr sz="10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74" name="Google Shape;374;p34"/>
          <p:cNvSpPr txBox="1"/>
          <p:nvPr>
            <p:ph idx="7" type="body"/>
          </p:nvPr>
        </p:nvSpPr>
        <p:spPr>
          <a:xfrm>
            <a:off x="3008040" y="617650"/>
            <a:ext cx="5593800" cy="102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75" name="Google Shape;375;p34"/>
          <p:cNvSpPr txBox="1"/>
          <p:nvPr>
            <p:ph idx="8" type="subTitle"/>
          </p:nvPr>
        </p:nvSpPr>
        <p:spPr>
          <a:xfrm>
            <a:off x="3009034" y="3267225"/>
            <a:ext cx="5593800" cy="17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00"/>
              <a:buFont typeface="Montserrat Medium"/>
              <a:buNone/>
              <a:defRPr sz="10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76" name="Google Shape;376;p34"/>
          <p:cNvSpPr txBox="1"/>
          <p:nvPr>
            <p:ph idx="9" type="body"/>
          </p:nvPr>
        </p:nvSpPr>
        <p:spPr>
          <a:xfrm>
            <a:off x="3007045" y="3524875"/>
            <a:ext cx="5593800" cy="102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77" name="Google Shape;377;p34"/>
          <p:cNvSpPr txBox="1"/>
          <p:nvPr>
            <p:ph idx="13" type="subTitle"/>
          </p:nvPr>
        </p:nvSpPr>
        <p:spPr>
          <a:xfrm>
            <a:off x="3008040" y="1820625"/>
            <a:ext cx="5593800" cy="17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00"/>
              <a:buFont typeface="Montserrat Medium"/>
              <a:buNone/>
              <a:defRPr sz="10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78" name="Google Shape;378;p34"/>
          <p:cNvSpPr txBox="1"/>
          <p:nvPr>
            <p:ph idx="14" type="body"/>
          </p:nvPr>
        </p:nvSpPr>
        <p:spPr>
          <a:xfrm>
            <a:off x="3006050" y="2078275"/>
            <a:ext cx="5593800" cy="102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harter">
  <p:cSld name="CUSTOM_18_2_2_1_1_1_1"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0" name="Google Shape;380;p35"/>
          <p:cNvCxnSpPr/>
          <p:nvPr/>
        </p:nvCxnSpPr>
        <p:spPr>
          <a:xfrm>
            <a:off x="3183625" y="1075050"/>
            <a:ext cx="0" cy="3477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1" name="Google Shape;381;p35"/>
          <p:cNvSpPr txBox="1"/>
          <p:nvPr>
            <p:ph idx="1" type="body"/>
          </p:nvPr>
        </p:nvSpPr>
        <p:spPr>
          <a:xfrm>
            <a:off x="3544250" y="1435050"/>
            <a:ext cx="5059800" cy="311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82" name="Google Shape;382;p35"/>
          <p:cNvSpPr txBox="1"/>
          <p:nvPr>
            <p:ph idx="2" type="subTitle"/>
          </p:nvPr>
        </p:nvSpPr>
        <p:spPr>
          <a:xfrm>
            <a:off x="3544250" y="1075050"/>
            <a:ext cx="50598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83" name="Google Shape;383;p35"/>
          <p:cNvSpPr txBox="1"/>
          <p:nvPr>
            <p:ph idx="3" type="body"/>
          </p:nvPr>
        </p:nvSpPr>
        <p:spPr>
          <a:xfrm>
            <a:off x="540000" y="1435050"/>
            <a:ext cx="2283000" cy="805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84" name="Google Shape;384;p35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5" name="Google Shape;385;p35"/>
          <p:cNvSpPr txBox="1"/>
          <p:nvPr>
            <p:ph idx="4" type="body"/>
          </p:nvPr>
        </p:nvSpPr>
        <p:spPr>
          <a:xfrm>
            <a:off x="540050" y="2861850"/>
            <a:ext cx="2253900" cy="169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86" name="Google Shape;386;p35"/>
          <p:cNvSpPr txBox="1"/>
          <p:nvPr>
            <p:ph idx="5" type="subTitle"/>
          </p:nvPr>
        </p:nvSpPr>
        <p:spPr>
          <a:xfrm>
            <a:off x="540050" y="2501850"/>
            <a:ext cx="22539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87" name="Google Shape;387;p35"/>
          <p:cNvSpPr txBox="1"/>
          <p:nvPr>
            <p:ph idx="6" type="subTitle"/>
          </p:nvPr>
        </p:nvSpPr>
        <p:spPr>
          <a:xfrm>
            <a:off x="540000" y="1077525"/>
            <a:ext cx="22539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e">
  <p:cSld name="CUSTOM_18_2_2_1_1_1_1_2"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36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36"/>
          <p:cNvSpPr txBox="1"/>
          <p:nvPr>
            <p:ph idx="1" type="body"/>
          </p:nvPr>
        </p:nvSpPr>
        <p:spPr>
          <a:xfrm>
            <a:off x="606450" y="186752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391" name="Google Shape;391;p36"/>
          <p:cNvSpPr txBox="1"/>
          <p:nvPr>
            <p:ph idx="2" type="subTitle"/>
          </p:nvPr>
        </p:nvSpPr>
        <p:spPr>
          <a:xfrm>
            <a:off x="540000" y="1023400"/>
            <a:ext cx="5061000" cy="267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92" name="Google Shape;392;p36"/>
          <p:cNvSpPr/>
          <p:nvPr/>
        </p:nvSpPr>
        <p:spPr>
          <a:xfrm>
            <a:off x="540000" y="143870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3" name="Google Shape;393;p36"/>
          <p:cNvSpPr/>
          <p:nvPr/>
        </p:nvSpPr>
        <p:spPr>
          <a:xfrm>
            <a:off x="1219950" y="134587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4" name="Google Shape;394;p36"/>
          <p:cNvSpPr txBox="1"/>
          <p:nvPr>
            <p:ph idx="3" type="title"/>
          </p:nvPr>
        </p:nvSpPr>
        <p:spPr>
          <a:xfrm>
            <a:off x="606455" y="158135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95" name="Google Shape;395;p36"/>
          <p:cNvSpPr txBox="1"/>
          <p:nvPr>
            <p:ph idx="4" type="body"/>
          </p:nvPr>
        </p:nvSpPr>
        <p:spPr>
          <a:xfrm>
            <a:off x="7130550" y="186752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396" name="Google Shape;396;p36"/>
          <p:cNvSpPr/>
          <p:nvPr/>
        </p:nvSpPr>
        <p:spPr>
          <a:xfrm>
            <a:off x="7064100" y="143870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7" name="Google Shape;397;p36"/>
          <p:cNvSpPr/>
          <p:nvPr/>
        </p:nvSpPr>
        <p:spPr>
          <a:xfrm>
            <a:off x="7744050" y="134587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8" name="Google Shape;398;p36"/>
          <p:cNvSpPr txBox="1"/>
          <p:nvPr>
            <p:ph idx="5" type="title"/>
          </p:nvPr>
        </p:nvSpPr>
        <p:spPr>
          <a:xfrm>
            <a:off x="7130555" y="158135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99" name="Google Shape;399;p36"/>
          <p:cNvSpPr txBox="1"/>
          <p:nvPr>
            <p:ph idx="6" type="body"/>
          </p:nvPr>
        </p:nvSpPr>
        <p:spPr>
          <a:xfrm>
            <a:off x="3868500" y="186752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00" name="Google Shape;400;p36"/>
          <p:cNvSpPr/>
          <p:nvPr/>
        </p:nvSpPr>
        <p:spPr>
          <a:xfrm>
            <a:off x="3802050" y="143870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1" name="Google Shape;401;p36"/>
          <p:cNvSpPr/>
          <p:nvPr/>
        </p:nvSpPr>
        <p:spPr>
          <a:xfrm>
            <a:off x="4482000" y="134587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2" name="Google Shape;402;p36"/>
          <p:cNvSpPr txBox="1"/>
          <p:nvPr>
            <p:ph idx="7" type="title"/>
          </p:nvPr>
        </p:nvSpPr>
        <p:spPr>
          <a:xfrm>
            <a:off x="3868505" y="158135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03" name="Google Shape;403;p36"/>
          <p:cNvSpPr txBox="1"/>
          <p:nvPr>
            <p:ph idx="8" type="body"/>
          </p:nvPr>
        </p:nvSpPr>
        <p:spPr>
          <a:xfrm>
            <a:off x="5499525" y="186752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04" name="Google Shape;404;p36"/>
          <p:cNvSpPr/>
          <p:nvPr/>
        </p:nvSpPr>
        <p:spPr>
          <a:xfrm>
            <a:off x="5433075" y="143870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5" name="Google Shape;405;p36"/>
          <p:cNvSpPr/>
          <p:nvPr/>
        </p:nvSpPr>
        <p:spPr>
          <a:xfrm>
            <a:off x="6113025" y="134587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6" name="Google Shape;406;p36"/>
          <p:cNvSpPr txBox="1"/>
          <p:nvPr>
            <p:ph idx="9" type="title"/>
          </p:nvPr>
        </p:nvSpPr>
        <p:spPr>
          <a:xfrm>
            <a:off x="5499530" y="158135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07" name="Google Shape;407;p36"/>
          <p:cNvSpPr txBox="1"/>
          <p:nvPr>
            <p:ph idx="13" type="body"/>
          </p:nvPr>
        </p:nvSpPr>
        <p:spPr>
          <a:xfrm>
            <a:off x="2237475" y="1868538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08" name="Google Shape;408;p36"/>
          <p:cNvSpPr/>
          <p:nvPr/>
        </p:nvSpPr>
        <p:spPr>
          <a:xfrm>
            <a:off x="2171025" y="1439713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9" name="Google Shape;409;p36"/>
          <p:cNvSpPr/>
          <p:nvPr/>
        </p:nvSpPr>
        <p:spPr>
          <a:xfrm>
            <a:off x="2850975" y="1346888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0" name="Google Shape;410;p36"/>
          <p:cNvSpPr txBox="1"/>
          <p:nvPr>
            <p:ph idx="14" type="title"/>
          </p:nvPr>
        </p:nvSpPr>
        <p:spPr>
          <a:xfrm>
            <a:off x="2237480" y="1582363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11" name="Google Shape;411;p36"/>
          <p:cNvSpPr txBox="1"/>
          <p:nvPr>
            <p:ph idx="15" type="body"/>
          </p:nvPr>
        </p:nvSpPr>
        <p:spPr>
          <a:xfrm>
            <a:off x="606450" y="374757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12" name="Google Shape;412;p36"/>
          <p:cNvSpPr txBox="1"/>
          <p:nvPr>
            <p:ph idx="16" type="subTitle"/>
          </p:nvPr>
        </p:nvSpPr>
        <p:spPr>
          <a:xfrm>
            <a:off x="540000" y="2903450"/>
            <a:ext cx="5061000" cy="267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13" name="Google Shape;413;p36"/>
          <p:cNvSpPr/>
          <p:nvPr/>
        </p:nvSpPr>
        <p:spPr>
          <a:xfrm>
            <a:off x="540000" y="331875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4" name="Google Shape;414;p36"/>
          <p:cNvSpPr/>
          <p:nvPr/>
        </p:nvSpPr>
        <p:spPr>
          <a:xfrm>
            <a:off x="1219950" y="322592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6</a:t>
            </a:r>
            <a:endParaRPr b="1" sz="9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5" name="Google Shape;415;p36"/>
          <p:cNvSpPr txBox="1"/>
          <p:nvPr>
            <p:ph idx="17" type="title"/>
          </p:nvPr>
        </p:nvSpPr>
        <p:spPr>
          <a:xfrm>
            <a:off x="606455" y="34614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16" name="Google Shape;416;p36"/>
          <p:cNvSpPr txBox="1"/>
          <p:nvPr>
            <p:ph idx="18" type="body"/>
          </p:nvPr>
        </p:nvSpPr>
        <p:spPr>
          <a:xfrm>
            <a:off x="7130550" y="374757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17" name="Google Shape;417;p36"/>
          <p:cNvSpPr/>
          <p:nvPr/>
        </p:nvSpPr>
        <p:spPr>
          <a:xfrm>
            <a:off x="7064100" y="331875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8" name="Google Shape;418;p36"/>
          <p:cNvSpPr/>
          <p:nvPr/>
        </p:nvSpPr>
        <p:spPr>
          <a:xfrm>
            <a:off x="7744050" y="322592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10</a:t>
            </a:r>
            <a:endParaRPr b="1" sz="9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9" name="Google Shape;419;p36"/>
          <p:cNvSpPr txBox="1"/>
          <p:nvPr>
            <p:ph idx="19" type="title"/>
          </p:nvPr>
        </p:nvSpPr>
        <p:spPr>
          <a:xfrm>
            <a:off x="7130555" y="34614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20" name="Google Shape;420;p36"/>
          <p:cNvSpPr txBox="1"/>
          <p:nvPr>
            <p:ph idx="20" type="body"/>
          </p:nvPr>
        </p:nvSpPr>
        <p:spPr>
          <a:xfrm>
            <a:off x="3868500" y="374757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21" name="Google Shape;421;p36"/>
          <p:cNvSpPr/>
          <p:nvPr/>
        </p:nvSpPr>
        <p:spPr>
          <a:xfrm>
            <a:off x="3802050" y="331875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2" name="Google Shape;422;p36"/>
          <p:cNvSpPr/>
          <p:nvPr/>
        </p:nvSpPr>
        <p:spPr>
          <a:xfrm>
            <a:off x="4482000" y="322592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8</a:t>
            </a:r>
            <a:endParaRPr b="1" sz="9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3" name="Google Shape;423;p36"/>
          <p:cNvSpPr txBox="1"/>
          <p:nvPr>
            <p:ph idx="21" type="title"/>
          </p:nvPr>
        </p:nvSpPr>
        <p:spPr>
          <a:xfrm>
            <a:off x="3868505" y="34614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24" name="Google Shape;424;p36"/>
          <p:cNvSpPr txBox="1"/>
          <p:nvPr>
            <p:ph idx="22" type="body"/>
          </p:nvPr>
        </p:nvSpPr>
        <p:spPr>
          <a:xfrm>
            <a:off x="5499525" y="374757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25" name="Google Shape;425;p36"/>
          <p:cNvSpPr/>
          <p:nvPr/>
        </p:nvSpPr>
        <p:spPr>
          <a:xfrm>
            <a:off x="5433075" y="331875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6" name="Google Shape;426;p36"/>
          <p:cNvSpPr/>
          <p:nvPr/>
        </p:nvSpPr>
        <p:spPr>
          <a:xfrm>
            <a:off x="6113025" y="322592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9</a:t>
            </a:r>
            <a:endParaRPr b="1" sz="9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7" name="Google Shape;427;p36"/>
          <p:cNvSpPr txBox="1"/>
          <p:nvPr>
            <p:ph idx="23" type="title"/>
          </p:nvPr>
        </p:nvSpPr>
        <p:spPr>
          <a:xfrm>
            <a:off x="5499530" y="34614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28" name="Google Shape;428;p36"/>
          <p:cNvSpPr txBox="1"/>
          <p:nvPr>
            <p:ph idx="24" type="body"/>
          </p:nvPr>
        </p:nvSpPr>
        <p:spPr>
          <a:xfrm>
            <a:off x="2237475" y="3748588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29" name="Google Shape;429;p36"/>
          <p:cNvSpPr/>
          <p:nvPr/>
        </p:nvSpPr>
        <p:spPr>
          <a:xfrm>
            <a:off x="2171025" y="3319763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0" name="Google Shape;430;p36"/>
          <p:cNvSpPr/>
          <p:nvPr/>
        </p:nvSpPr>
        <p:spPr>
          <a:xfrm>
            <a:off x="2850975" y="3226938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7</a:t>
            </a:r>
            <a:endParaRPr b="1" sz="9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1" name="Google Shape;431;p36"/>
          <p:cNvSpPr txBox="1"/>
          <p:nvPr>
            <p:ph idx="25" type="title"/>
          </p:nvPr>
        </p:nvSpPr>
        <p:spPr>
          <a:xfrm>
            <a:off x="2237480" y="3462413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us report">
  <p:cSld name="CUSTOM_18_2_2_1_1_1_1_1"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3" name="Google Shape;433;p37"/>
          <p:cNvCxnSpPr/>
          <p:nvPr/>
        </p:nvCxnSpPr>
        <p:spPr>
          <a:xfrm>
            <a:off x="3183625" y="1235875"/>
            <a:ext cx="0" cy="33162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34" name="Google Shape;434;p37"/>
          <p:cNvSpPr txBox="1"/>
          <p:nvPr>
            <p:ph idx="1" type="body"/>
          </p:nvPr>
        </p:nvSpPr>
        <p:spPr>
          <a:xfrm>
            <a:off x="3544250" y="1587450"/>
            <a:ext cx="5059800" cy="118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35" name="Google Shape;435;p37"/>
          <p:cNvSpPr txBox="1"/>
          <p:nvPr>
            <p:ph idx="2" type="subTitle"/>
          </p:nvPr>
        </p:nvSpPr>
        <p:spPr>
          <a:xfrm>
            <a:off x="3544250" y="1227450"/>
            <a:ext cx="50598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36" name="Google Shape;436;p37"/>
          <p:cNvSpPr txBox="1"/>
          <p:nvPr>
            <p:ph idx="3" type="body"/>
          </p:nvPr>
        </p:nvSpPr>
        <p:spPr>
          <a:xfrm>
            <a:off x="525450" y="3961375"/>
            <a:ext cx="2283000" cy="585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37" name="Google Shape;437;p37"/>
          <p:cNvSpPr txBox="1"/>
          <p:nvPr>
            <p:ph idx="4" type="subTitle"/>
          </p:nvPr>
        </p:nvSpPr>
        <p:spPr>
          <a:xfrm>
            <a:off x="525450" y="3603850"/>
            <a:ext cx="22830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38" name="Google Shape;438;p37"/>
          <p:cNvSpPr txBox="1"/>
          <p:nvPr>
            <p:ph type="title"/>
          </p:nvPr>
        </p:nvSpPr>
        <p:spPr>
          <a:xfrm>
            <a:off x="540000" y="360000"/>
            <a:ext cx="2253900" cy="28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39" name="Google Shape;439;p37"/>
          <p:cNvSpPr txBox="1"/>
          <p:nvPr>
            <p:ph idx="5" type="subTitle"/>
          </p:nvPr>
        </p:nvSpPr>
        <p:spPr>
          <a:xfrm>
            <a:off x="540000" y="648125"/>
            <a:ext cx="22539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9pPr>
          </a:lstStyle>
          <a:p/>
        </p:txBody>
      </p:sp>
      <p:sp>
        <p:nvSpPr>
          <p:cNvPr id="440" name="Google Shape;440;p37"/>
          <p:cNvSpPr txBox="1"/>
          <p:nvPr>
            <p:ph idx="6" type="body"/>
          </p:nvPr>
        </p:nvSpPr>
        <p:spPr>
          <a:xfrm>
            <a:off x="3544250" y="3365475"/>
            <a:ext cx="5059800" cy="118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41" name="Google Shape;441;p37"/>
          <p:cNvSpPr txBox="1"/>
          <p:nvPr>
            <p:ph idx="7" type="subTitle"/>
          </p:nvPr>
        </p:nvSpPr>
        <p:spPr>
          <a:xfrm>
            <a:off x="3544250" y="3005475"/>
            <a:ext cx="50598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42" name="Google Shape;442;p37"/>
          <p:cNvSpPr/>
          <p:nvPr/>
        </p:nvSpPr>
        <p:spPr>
          <a:xfrm>
            <a:off x="525450" y="1235875"/>
            <a:ext cx="2283000" cy="745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443" name="Google Shape;443;p37"/>
          <p:cNvSpPr txBox="1"/>
          <p:nvPr>
            <p:ph idx="8" type="body"/>
          </p:nvPr>
        </p:nvSpPr>
        <p:spPr>
          <a:xfrm>
            <a:off x="540000" y="2690450"/>
            <a:ext cx="2283000" cy="585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44" name="Google Shape;444;p37"/>
          <p:cNvSpPr txBox="1"/>
          <p:nvPr>
            <p:ph idx="9" type="subTitle"/>
          </p:nvPr>
        </p:nvSpPr>
        <p:spPr>
          <a:xfrm>
            <a:off x="540000" y="2332925"/>
            <a:ext cx="22830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45" name="Google Shape;445;p37"/>
          <p:cNvSpPr txBox="1"/>
          <p:nvPr/>
        </p:nvSpPr>
        <p:spPr>
          <a:xfrm>
            <a:off x="635863" y="1812125"/>
            <a:ext cx="572400" cy="1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Status</a:t>
            </a:r>
            <a:endParaRPr sz="7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446" name="Google Shape;446;p37"/>
          <p:cNvSpPr txBox="1"/>
          <p:nvPr/>
        </p:nvSpPr>
        <p:spPr>
          <a:xfrm>
            <a:off x="1380746" y="1812125"/>
            <a:ext cx="572400" cy="1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Files</a:t>
            </a:r>
            <a:endParaRPr sz="7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447" name="Google Shape;447;p37"/>
          <p:cNvSpPr txBox="1"/>
          <p:nvPr/>
        </p:nvSpPr>
        <p:spPr>
          <a:xfrm>
            <a:off x="2125629" y="1812125"/>
            <a:ext cx="572400" cy="1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Owner</a:t>
            </a:r>
            <a:endParaRPr sz="7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448" name="Google Shape;448;p37"/>
          <p:cNvSpPr/>
          <p:nvPr>
            <p:ph idx="13" type="pic"/>
          </p:nvPr>
        </p:nvSpPr>
        <p:spPr>
          <a:xfrm>
            <a:off x="2213975" y="1333075"/>
            <a:ext cx="395700" cy="3957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Use case scoping">
  <p:cSld name="TITLE_1_1_1_2_1_1_1"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0" name="Google Shape;450;p38"/>
          <p:cNvCxnSpPr/>
          <p:nvPr/>
        </p:nvCxnSpPr>
        <p:spPr>
          <a:xfrm>
            <a:off x="2480125" y="1397000"/>
            <a:ext cx="0" cy="245100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451" name="Google Shape;451;p38"/>
          <p:cNvSpPr txBox="1"/>
          <p:nvPr>
            <p:ph idx="1" type="body"/>
          </p:nvPr>
        </p:nvSpPr>
        <p:spPr>
          <a:xfrm>
            <a:off x="540000" y="1397000"/>
            <a:ext cx="1777200" cy="246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52" name="Google Shape;452;p38"/>
          <p:cNvSpPr txBox="1"/>
          <p:nvPr>
            <p:ph idx="2" type="subTitle"/>
          </p:nvPr>
        </p:nvSpPr>
        <p:spPr>
          <a:xfrm>
            <a:off x="540900" y="1080000"/>
            <a:ext cx="1777200" cy="21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00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53" name="Google Shape;453;p38"/>
          <p:cNvSpPr txBox="1"/>
          <p:nvPr>
            <p:ph idx="3" type="body"/>
          </p:nvPr>
        </p:nvSpPr>
        <p:spPr>
          <a:xfrm>
            <a:off x="5322100" y="1397000"/>
            <a:ext cx="3279900" cy="62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54" name="Google Shape;454;p38"/>
          <p:cNvSpPr txBox="1"/>
          <p:nvPr>
            <p:ph idx="4" type="subTitle"/>
          </p:nvPr>
        </p:nvSpPr>
        <p:spPr>
          <a:xfrm>
            <a:off x="5323761" y="1080000"/>
            <a:ext cx="3279900" cy="21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00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55" name="Google Shape;455;p38"/>
          <p:cNvSpPr txBox="1"/>
          <p:nvPr>
            <p:ph idx="5" type="body"/>
          </p:nvPr>
        </p:nvSpPr>
        <p:spPr>
          <a:xfrm>
            <a:off x="2641550" y="1397000"/>
            <a:ext cx="2354700" cy="246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56" name="Google Shape;456;p38"/>
          <p:cNvSpPr txBox="1"/>
          <p:nvPr>
            <p:ph idx="6" type="subTitle"/>
          </p:nvPr>
        </p:nvSpPr>
        <p:spPr>
          <a:xfrm>
            <a:off x="2642742" y="1080000"/>
            <a:ext cx="2354700" cy="21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00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57" name="Google Shape;457;p38"/>
          <p:cNvSpPr/>
          <p:nvPr/>
        </p:nvSpPr>
        <p:spPr>
          <a:xfrm>
            <a:off x="2450125" y="1132500"/>
            <a:ext cx="60600" cy="108000"/>
          </a:xfrm>
          <a:prstGeom prst="chevron">
            <a:avLst>
              <a:gd fmla="val 500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cxnSp>
        <p:nvCxnSpPr>
          <p:cNvPr id="458" name="Google Shape;458;p38"/>
          <p:cNvCxnSpPr/>
          <p:nvPr/>
        </p:nvCxnSpPr>
        <p:spPr>
          <a:xfrm>
            <a:off x="5158875" y="1397000"/>
            <a:ext cx="0" cy="315630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459" name="Google Shape;459;p38"/>
          <p:cNvSpPr/>
          <p:nvPr/>
        </p:nvSpPr>
        <p:spPr>
          <a:xfrm>
            <a:off x="5128875" y="1132500"/>
            <a:ext cx="60600" cy="108000"/>
          </a:xfrm>
          <a:prstGeom prst="chevron">
            <a:avLst>
              <a:gd fmla="val 500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460" name="Google Shape;460;p38"/>
          <p:cNvSpPr txBox="1"/>
          <p:nvPr>
            <p:ph idx="7" type="body"/>
          </p:nvPr>
        </p:nvSpPr>
        <p:spPr>
          <a:xfrm>
            <a:off x="5322925" y="2444400"/>
            <a:ext cx="3279900" cy="62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61" name="Google Shape;461;p38"/>
          <p:cNvSpPr txBox="1"/>
          <p:nvPr>
            <p:ph idx="8" type="subTitle"/>
          </p:nvPr>
        </p:nvSpPr>
        <p:spPr>
          <a:xfrm>
            <a:off x="5324586" y="2127400"/>
            <a:ext cx="3279900" cy="21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00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62" name="Google Shape;462;p38"/>
          <p:cNvSpPr txBox="1"/>
          <p:nvPr>
            <p:ph idx="9" type="body"/>
          </p:nvPr>
        </p:nvSpPr>
        <p:spPr>
          <a:xfrm>
            <a:off x="5321500" y="3523900"/>
            <a:ext cx="3279900" cy="1029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63" name="Google Shape;463;p38"/>
          <p:cNvSpPr txBox="1"/>
          <p:nvPr>
            <p:ph idx="13" type="subTitle"/>
          </p:nvPr>
        </p:nvSpPr>
        <p:spPr>
          <a:xfrm>
            <a:off x="5323161" y="3206900"/>
            <a:ext cx="3279900" cy="21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00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64" name="Google Shape;464;p38"/>
          <p:cNvSpPr txBox="1"/>
          <p:nvPr>
            <p:ph type="title"/>
          </p:nvPr>
        </p:nvSpPr>
        <p:spPr>
          <a:xfrm>
            <a:off x="540000" y="360000"/>
            <a:ext cx="4457400" cy="28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5" name="Google Shape;465;p38"/>
          <p:cNvSpPr txBox="1"/>
          <p:nvPr>
            <p:ph idx="14" type="subTitle"/>
          </p:nvPr>
        </p:nvSpPr>
        <p:spPr>
          <a:xfrm>
            <a:off x="540000" y="687125"/>
            <a:ext cx="4456200" cy="21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/>
        </p:txBody>
      </p:sp>
      <p:sp>
        <p:nvSpPr>
          <p:cNvPr id="466" name="Google Shape;466;p38"/>
          <p:cNvSpPr txBox="1"/>
          <p:nvPr>
            <p:ph idx="15" type="subTitle"/>
          </p:nvPr>
        </p:nvSpPr>
        <p:spPr>
          <a:xfrm>
            <a:off x="540000" y="203200"/>
            <a:ext cx="4457400" cy="10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467" name="Google Shape;467;p38"/>
          <p:cNvSpPr/>
          <p:nvPr/>
        </p:nvSpPr>
        <p:spPr>
          <a:xfrm>
            <a:off x="5324575" y="203200"/>
            <a:ext cx="3279900" cy="696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468" name="Google Shape;468;p38"/>
          <p:cNvSpPr/>
          <p:nvPr>
            <p:ph idx="16" type="pic"/>
          </p:nvPr>
        </p:nvSpPr>
        <p:spPr>
          <a:xfrm>
            <a:off x="7017888" y="426575"/>
            <a:ext cx="395700" cy="3957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69" name="Google Shape;469;p38"/>
          <p:cNvSpPr txBox="1"/>
          <p:nvPr>
            <p:ph idx="17" type="subTitle"/>
          </p:nvPr>
        </p:nvSpPr>
        <p:spPr>
          <a:xfrm>
            <a:off x="7022913" y="280938"/>
            <a:ext cx="1456200" cy="8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b="1" sz="7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/>
        </p:txBody>
      </p:sp>
      <p:sp>
        <p:nvSpPr>
          <p:cNvPr id="470" name="Google Shape;470;p38"/>
          <p:cNvSpPr txBox="1"/>
          <p:nvPr>
            <p:ph idx="18" type="body"/>
          </p:nvPr>
        </p:nvSpPr>
        <p:spPr>
          <a:xfrm>
            <a:off x="7489588" y="424038"/>
            <a:ext cx="984600" cy="174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●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○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■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●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○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■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●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○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■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71" name="Google Shape;471;p38"/>
          <p:cNvSpPr/>
          <p:nvPr>
            <p:ph idx="19" type="pic"/>
          </p:nvPr>
        </p:nvSpPr>
        <p:spPr>
          <a:xfrm>
            <a:off x="5449938" y="426575"/>
            <a:ext cx="395700" cy="3957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72" name="Google Shape;472;p38"/>
          <p:cNvSpPr txBox="1"/>
          <p:nvPr>
            <p:ph idx="20" type="subTitle"/>
          </p:nvPr>
        </p:nvSpPr>
        <p:spPr>
          <a:xfrm>
            <a:off x="5454963" y="280938"/>
            <a:ext cx="1456200" cy="8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b="1" sz="7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/>
        </p:txBody>
      </p:sp>
      <p:sp>
        <p:nvSpPr>
          <p:cNvPr id="473" name="Google Shape;473;p38"/>
          <p:cNvSpPr txBox="1"/>
          <p:nvPr>
            <p:ph idx="21" type="body"/>
          </p:nvPr>
        </p:nvSpPr>
        <p:spPr>
          <a:xfrm>
            <a:off x="5921638" y="424038"/>
            <a:ext cx="984600" cy="174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●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○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■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●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○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■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●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○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■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74" name="Google Shape;474;p38"/>
          <p:cNvSpPr txBox="1"/>
          <p:nvPr>
            <p:ph idx="22" type="body"/>
          </p:nvPr>
        </p:nvSpPr>
        <p:spPr>
          <a:xfrm>
            <a:off x="7494313" y="642338"/>
            <a:ext cx="984600" cy="174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66700" lvl="0" marL="457200" rtl="0">
              <a:spcBef>
                <a:spcPts val="0"/>
              </a:spcBef>
              <a:spcAft>
                <a:spcPts val="0"/>
              </a:spcAft>
              <a:buSzPts val="600"/>
              <a:buChar char="●"/>
              <a:defRPr sz="600"/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/>
        </p:txBody>
      </p:sp>
      <p:sp>
        <p:nvSpPr>
          <p:cNvPr id="475" name="Google Shape;475;p38"/>
          <p:cNvSpPr txBox="1"/>
          <p:nvPr>
            <p:ph idx="23" type="body"/>
          </p:nvPr>
        </p:nvSpPr>
        <p:spPr>
          <a:xfrm>
            <a:off x="5926363" y="642338"/>
            <a:ext cx="984600" cy="174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66700" lvl="0" marL="457200" rtl="0">
              <a:spcBef>
                <a:spcPts val="0"/>
              </a:spcBef>
              <a:spcAft>
                <a:spcPts val="0"/>
              </a:spcAft>
              <a:buSzPts val="600"/>
              <a:buChar char="●"/>
              <a:defRPr sz="600"/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mpaign summary">
  <p:cSld name="TITLE_1_3_1"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39"/>
          <p:cNvSpPr txBox="1"/>
          <p:nvPr>
            <p:ph idx="1" type="body"/>
          </p:nvPr>
        </p:nvSpPr>
        <p:spPr>
          <a:xfrm>
            <a:off x="540000" y="1080000"/>
            <a:ext cx="6156300" cy="34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78" name="Google Shape;478;p39"/>
          <p:cNvSpPr txBox="1"/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79" name="Google Shape;479;p39"/>
          <p:cNvSpPr txBox="1"/>
          <p:nvPr>
            <p:ph idx="2" type="subTitle"/>
          </p:nvPr>
        </p:nvSpPr>
        <p:spPr>
          <a:xfrm>
            <a:off x="540000" y="648125"/>
            <a:ext cx="80640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9pPr>
          </a:lstStyle>
          <a:p/>
        </p:txBody>
      </p:sp>
      <p:sp>
        <p:nvSpPr>
          <p:cNvPr id="480" name="Google Shape;480;p39"/>
          <p:cNvSpPr/>
          <p:nvPr/>
        </p:nvSpPr>
        <p:spPr>
          <a:xfrm>
            <a:off x="6896050" y="1079975"/>
            <a:ext cx="1708200" cy="3467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481" name="Google Shape;481;p39"/>
          <p:cNvSpPr txBox="1"/>
          <p:nvPr>
            <p:ph idx="3" type="body"/>
          </p:nvPr>
        </p:nvSpPr>
        <p:spPr>
          <a:xfrm>
            <a:off x="6984550" y="1465500"/>
            <a:ext cx="1531200" cy="2975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82" name="Google Shape;482;p39"/>
          <p:cNvSpPr txBox="1"/>
          <p:nvPr>
            <p:ph idx="4" type="subTitle"/>
          </p:nvPr>
        </p:nvSpPr>
        <p:spPr>
          <a:xfrm>
            <a:off x="6984550" y="1192950"/>
            <a:ext cx="1531200" cy="13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estion slide with image placeholder">
  <p:cSld name="CUSTOM_27_1_1_1_1_2"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40"/>
          <p:cNvSpPr txBox="1"/>
          <p:nvPr>
            <p:ph type="title"/>
          </p:nvPr>
        </p:nvSpPr>
        <p:spPr>
          <a:xfrm>
            <a:off x="6158700" y="3743325"/>
            <a:ext cx="2445600" cy="42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85" name="Google Shape;485;p40"/>
          <p:cNvGrpSpPr/>
          <p:nvPr/>
        </p:nvGrpSpPr>
        <p:grpSpPr>
          <a:xfrm>
            <a:off x="6611890" y="900006"/>
            <a:ext cx="1539227" cy="2445427"/>
            <a:chOff x="1978200" y="2883150"/>
            <a:chExt cx="383675" cy="608300"/>
          </a:xfrm>
        </p:grpSpPr>
        <p:sp>
          <p:nvSpPr>
            <p:cNvPr id="486" name="Google Shape;486;p40"/>
            <p:cNvSpPr/>
            <p:nvPr/>
          </p:nvSpPr>
          <p:spPr>
            <a:xfrm>
              <a:off x="1978200" y="2883150"/>
              <a:ext cx="382400" cy="186300"/>
            </a:xfrm>
            <a:custGeom>
              <a:rect b="b" l="l" r="r" t="t"/>
              <a:pathLst>
                <a:path extrusionOk="0" fill="none" h="7452" w="15296">
                  <a:moveTo>
                    <a:pt x="0" y="7452"/>
                  </a:moveTo>
                  <a:cubicBezTo>
                    <a:pt x="0" y="3371"/>
                    <a:pt x="3523" y="0"/>
                    <a:pt x="7591" y="0"/>
                  </a:cubicBezTo>
                  <a:cubicBezTo>
                    <a:pt x="7591" y="0"/>
                    <a:pt x="7591" y="0"/>
                    <a:pt x="7591" y="0"/>
                  </a:cubicBezTo>
                  <a:cubicBezTo>
                    <a:pt x="11671" y="0"/>
                    <a:pt x="15296" y="2978"/>
                    <a:pt x="15296" y="7452"/>
                  </a:cubicBezTo>
                </a:path>
              </a:pathLst>
            </a:custGeom>
            <a:noFill/>
            <a:ln cap="rnd" cmpd="sng" w="38100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" name="Google Shape;487;p40"/>
            <p:cNvSpPr/>
            <p:nvPr/>
          </p:nvSpPr>
          <p:spPr>
            <a:xfrm>
              <a:off x="2052650" y="2957600"/>
              <a:ext cx="229700" cy="111850"/>
            </a:xfrm>
            <a:custGeom>
              <a:rect b="b" l="l" r="r" t="t"/>
              <a:pathLst>
                <a:path extrusionOk="0" fill="none" h="4474" w="9188">
                  <a:moveTo>
                    <a:pt x="0" y="4474"/>
                  </a:moveTo>
                  <a:cubicBezTo>
                    <a:pt x="0" y="1939"/>
                    <a:pt x="2281" y="0"/>
                    <a:pt x="4714" y="0"/>
                  </a:cubicBezTo>
                  <a:cubicBezTo>
                    <a:pt x="4714" y="0"/>
                    <a:pt x="4714" y="0"/>
                    <a:pt x="4714" y="0"/>
                  </a:cubicBezTo>
                  <a:cubicBezTo>
                    <a:pt x="7249" y="0"/>
                    <a:pt x="9188" y="1939"/>
                    <a:pt x="9188" y="4474"/>
                  </a:cubicBezTo>
                </a:path>
              </a:pathLst>
            </a:custGeom>
            <a:noFill/>
            <a:ln cap="rnd" cmpd="sng" w="38100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" name="Google Shape;488;p40"/>
            <p:cNvSpPr/>
            <p:nvPr/>
          </p:nvSpPr>
          <p:spPr>
            <a:xfrm>
              <a:off x="2120750" y="3069425"/>
              <a:ext cx="161600" cy="310200"/>
            </a:xfrm>
            <a:custGeom>
              <a:rect b="b" l="l" r="r" t="t"/>
              <a:pathLst>
                <a:path extrusionOk="0" fill="none" h="12408" w="6464">
                  <a:moveTo>
                    <a:pt x="2991" y="7934"/>
                  </a:moveTo>
                  <a:cubicBezTo>
                    <a:pt x="2991" y="10962"/>
                    <a:pt x="2991" y="10962"/>
                    <a:pt x="2991" y="10962"/>
                  </a:cubicBezTo>
                  <a:cubicBezTo>
                    <a:pt x="2991" y="11913"/>
                    <a:pt x="2484" y="12407"/>
                    <a:pt x="1496" y="12407"/>
                  </a:cubicBezTo>
                  <a:cubicBezTo>
                    <a:pt x="1496" y="12407"/>
                    <a:pt x="1496" y="12407"/>
                    <a:pt x="1496" y="12407"/>
                  </a:cubicBezTo>
                  <a:cubicBezTo>
                    <a:pt x="508" y="12407"/>
                    <a:pt x="1" y="11913"/>
                    <a:pt x="1" y="10962"/>
                  </a:cubicBezTo>
                  <a:cubicBezTo>
                    <a:pt x="1" y="10025"/>
                    <a:pt x="1" y="9328"/>
                    <a:pt x="1" y="7984"/>
                  </a:cubicBezTo>
                  <a:cubicBezTo>
                    <a:pt x="1" y="6793"/>
                    <a:pt x="102" y="6350"/>
                    <a:pt x="1192" y="5602"/>
                  </a:cubicBezTo>
                  <a:cubicBezTo>
                    <a:pt x="2991" y="4461"/>
                    <a:pt x="6464" y="2979"/>
                    <a:pt x="6464" y="1"/>
                  </a:cubicBezTo>
                </a:path>
              </a:pathLst>
            </a:custGeom>
            <a:noFill/>
            <a:ln cap="rnd" cmpd="sng" w="38100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" name="Google Shape;489;p40"/>
            <p:cNvSpPr/>
            <p:nvPr/>
          </p:nvSpPr>
          <p:spPr>
            <a:xfrm>
              <a:off x="2195525" y="3069425"/>
              <a:ext cx="166350" cy="198350"/>
            </a:xfrm>
            <a:custGeom>
              <a:rect b="b" l="l" r="r" t="t"/>
              <a:pathLst>
                <a:path extrusionOk="0" fill="none" h="7934" w="6654">
                  <a:moveTo>
                    <a:pt x="0" y="7934"/>
                  </a:moveTo>
                  <a:cubicBezTo>
                    <a:pt x="3473" y="5957"/>
                    <a:pt x="6653" y="3967"/>
                    <a:pt x="6653" y="1"/>
                  </a:cubicBezTo>
                </a:path>
              </a:pathLst>
            </a:custGeom>
            <a:noFill/>
            <a:ln cap="rnd" cmpd="sng" w="38100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" name="Google Shape;490;p40"/>
            <p:cNvSpPr/>
            <p:nvPr/>
          </p:nvSpPr>
          <p:spPr>
            <a:xfrm>
              <a:off x="1978200" y="3069425"/>
              <a:ext cx="74475" cy="37100"/>
            </a:xfrm>
            <a:custGeom>
              <a:rect b="b" l="l" r="r" t="t"/>
              <a:pathLst>
                <a:path extrusionOk="0" fill="none" h="1484" w="2979">
                  <a:moveTo>
                    <a:pt x="2978" y="1"/>
                  </a:moveTo>
                  <a:cubicBezTo>
                    <a:pt x="2978" y="837"/>
                    <a:pt x="2332" y="1483"/>
                    <a:pt x="1483" y="1483"/>
                  </a:cubicBezTo>
                  <a:cubicBezTo>
                    <a:pt x="646" y="1483"/>
                    <a:pt x="0" y="837"/>
                    <a:pt x="0" y="1"/>
                  </a:cubicBezTo>
                </a:path>
              </a:pathLst>
            </a:custGeom>
            <a:noFill/>
            <a:ln cap="rnd" cmpd="sng" w="38100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" name="Google Shape;491;p40"/>
            <p:cNvSpPr/>
            <p:nvPr/>
          </p:nvSpPr>
          <p:spPr>
            <a:xfrm>
              <a:off x="2120750" y="3416975"/>
              <a:ext cx="74800" cy="74475"/>
            </a:xfrm>
            <a:custGeom>
              <a:rect b="b" l="l" r="r" t="t"/>
              <a:pathLst>
                <a:path extrusionOk="0" fill="none" h="2979" w="2992">
                  <a:moveTo>
                    <a:pt x="1496" y="0"/>
                  </a:moveTo>
                  <a:cubicBezTo>
                    <a:pt x="2320" y="0"/>
                    <a:pt x="2991" y="659"/>
                    <a:pt x="2991" y="1483"/>
                  </a:cubicBezTo>
                  <a:cubicBezTo>
                    <a:pt x="2991" y="2307"/>
                    <a:pt x="2320" y="2978"/>
                    <a:pt x="1496" y="2978"/>
                  </a:cubicBezTo>
                  <a:cubicBezTo>
                    <a:pt x="672" y="2978"/>
                    <a:pt x="1" y="2307"/>
                    <a:pt x="1" y="1483"/>
                  </a:cubicBezTo>
                  <a:cubicBezTo>
                    <a:pt x="1" y="659"/>
                    <a:pt x="672" y="0"/>
                    <a:pt x="1496" y="0"/>
                  </a:cubicBezTo>
                  <a:close/>
                </a:path>
              </a:pathLst>
            </a:custGeom>
            <a:noFill/>
            <a:ln cap="rnd" cmpd="sng" w="38100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92" name="Google Shape;492;p40"/>
          <p:cNvSpPr/>
          <p:nvPr>
            <p:ph idx="2" type="pic"/>
          </p:nvPr>
        </p:nvSpPr>
        <p:spPr>
          <a:xfrm>
            <a:off x="-1209275" y="-827700"/>
            <a:ext cx="6798900" cy="67989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660">
          <p15:clr>
            <a:srgbClr val="E46962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slide with default image 1">
  <p:cSld name="CUSTOM_27_1_1_1_3"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4" name="Google Shape;494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41"/>
          <p:cNvSpPr txBox="1"/>
          <p:nvPr/>
        </p:nvSpPr>
        <p:spPr>
          <a:xfrm>
            <a:off x="540025" y="1080000"/>
            <a:ext cx="8064000" cy="2993100"/>
          </a:xfrm>
          <a:prstGeom prst="rect">
            <a:avLst/>
          </a:prstGeom>
          <a:noFill/>
          <a:ln>
            <a:noFill/>
          </a:ln>
          <a:effectLst>
            <a:outerShdw blurRad="1428750" rotWithShape="0" algn="bl">
              <a:schemeClr val="dk2"/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0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Thank you!</a:t>
            </a:r>
            <a:endParaRPr sz="7000">
              <a:solidFill>
                <a:schemeClr val="l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1" name="Google Shape;501;p4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311150" lvl="1" marL="91440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11150" lvl="3" marL="18288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indent="-311150" lvl="4" marL="228600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indent="-311150" lvl="5" marL="27432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indent="-311150" lvl="6" marL="32004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indent="-311150" lvl="7" marL="365760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indent="-311150" lvl="8" marL="41148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/>
        </p:txBody>
      </p:sp>
      <p:sp>
        <p:nvSpPr>
          <p:cNvPr id="502" name="Google Shape;502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2">
  <p:cSld name="TITLE_2"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05" name="Google Shape;505;p4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06" name="Google Shape;506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44"/>
          <p:cNvSpPr txBox="1"/>
          <p:nvPr>
            <p:ph idx="1" type="subTitle"/>
          </p:nvPr>
        </p:nvSpPr>
        <p:spPr>
          <a:xfrm>
            <a:off x="410424" y="357742"/>
            <a:ext cx="32481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800"/>
              <a:buFont typeface="Montserrat Medium"/>
              <a:buNone/>
              <a:defRPr sz="900">
                <a:solidFill>
                  <a:srgbClr val="F8485E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9pPr>
          </a:lstStyle>
          <a:p/>
        </p:txBody>
      </p:sp>
      <p:sp>
        <p:nvSpPr>
          <p:cNvPr id="509" name="Google Shape;509;p44"/>
          <p:cNvSpPr txBox="1"/>
          <p:nvPr>
            <p:ph idx="2" type="body"/>
          </p:nvPr>
        </p:nvSpPr>
        <p:spPr>
          <a:xfrm>
            <a:off x="410766" y="583582"/>
            <a:ext cx="51948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0" spcFirstLastPara="1" rIns="68575" wrap="square" tIns="685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 type="blank">
  <p:cSld name="BLANK"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5"/>
          <p:cNvSpPr txBox="1"/>
          <p:nvPr>
            <p:ph idx="10" type="dt"/>
          </p:nvPr>
        </p:nvSpPr>
        <p:spPr>
          <a:xfrm>
            <a:off x="342900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12" name="Google Shape;512;p45"/>
          <p:cNvSpPr txBox="1"/>
          <p:nvPr>
            <p:ph idx="11" type="ftr"/>
          </p:nvPr>
        </p:nvSpPr>
        <p:spPr>
          <a:xfrm>
            <a:off x="2343150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13" name="Google Shape;513;p45"/>
          <p:cNvSpPr txBox="1"/>
          <p:nvPr>
            <p:ph idx="12" type="sldNum"/>
          </p:nvPr>
        </p:nvSpPr>
        <p:spPr>
          <a:xfrm>
            <a:off x="4914900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1100"/>
            </a:lvl1pPr>
            <a:lvl2pPr indent="0" lvl="1" marL="0" algn="r">
              <a:spcBef>
                <a:spcPts val="0"/>
              </a:spcBef>
              <a:buNone/>
              <a:defRPr sz="1100"/>
            </a:lvl2pPr>
            <a:lvl3pPr indent="0" lvl="2" marL="0" algn="r">
              <a:spcBef>
                <a:spcPts val="0"/>
              </a:spcBef>
              <a:buNone/>
              <a:defRPr sz="1100"/>
            </a:lvl3pPr>
            <a:lvl4pPr indent="0" lvl="3" marL="0" algn="r">
              <a:spcBef>
                <a:spcPts val="0"/>
              </a:spcBef>
              <a:buNone/>
              <a:defRPr sz="1100"/>
            </a:lvl4pPr>
            <a:lvl5pPr indent="0" lvl="4" marL="0" algn="r">
              <a:spcBef>
                <a:spcPts val="0"/>
              </a:spcBef>
              <a:buNone/>
              <a:defRPr sz="1100"/>
            </a:lvl5pPr>
            <a:lvl6pPr indent="0" lvl="5" marL="0" algn="r">
              <a:spcBef>
                <a:spcPts val="0"/>
              </a:spcBef>
              <a:buNone/>
              <a:defRPr sz="1100"/>
            </a:lvl6pPr>
            <a:lvl7pPr indent="0" lvl="6" marL="0" algn="r">
              <a:spcBef>
                <a:spcPts val="0"/>
              </a:spcBef>
              <a:buNone/>
              <a:defRPr sz="1100"/>
            </a:lvl7pPr>
            <a:lvl8pPr indent="0" lvl="7" marL="0" algn="r">
              <a:spcBef>
                <a:spcPts val="0"/>
              </a:spcBef>
              <a:buNone/>
              <a:defRPr sz="1100"/>
            </a:lvl8pPr>
            <a:lvl9pPr indent="0" lvl="8" marL="0" algn="r">
              <a:spcBef>
                <a:spcPts val="0"/>
              </a:spcBef>
              <a:buNone/>
              <a:defRPr sz="11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6"/>
          <p:cNvSpPr/>
          <p:nvPr>
            <p:ph idx="2" type="pic"/>
          </p:nvPr>
        </p:nvSpPr>
        <p:spPr>
          <a:xfrm>
            <a:off x="0" y="1"/>
            <a:ext cx="91440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516" name="Google Shape;516;p46"/>
          <p:cNvSpPr/>
          <p:nvPr/>
        </p:nvSpPr>
        <p:spPr>
          <a:xfrm>
            <a:off x="321" y="2571750"/>
            <a:ext cx="9143400" cy="2571900"/>
          </a:xfrm>
          <a:prstGeom prst="rect">
            <a:avLst/>
          </a:prstGeom>
          <a:gradFill>
            <a:gsLst>
              <a:gs pos="0">
                <a:srgbClr val="3C3C3A">
                  <a:alpha val="0"/>
                </a:srgbClr>
              </a:gs>
              <a:gs pos="100000">
                <a:srgbClr val="1E1E1D"/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t/>
            </a:r>
            <a:endParaRPr b="0" i="0" sz="818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46"/>
          <p:cNvSpPr txBox="1"/>
          <p:nvPr>
            <p:ph idx="1" type="body"/>
          </p:nvPr>
        </p:nvSpPr>
        <p:spPr>
          <a:xfrm>
            <a:off x="656655" y="2374828"/>
            <a:ext cx="15258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72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8" name="Google Shape;518;p46"/>
          <p:cNvSpPr txBox="1"/>
          <p:nvPr>
            <p:ph idx="3" type="body"/>
          </p:nvPr>
        </p:nvSpPr>
        <p:spPr>
          <a:xfrm>
            <a:off x="604899" y="3802927"/>
            <a:ext cx="42441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opener with number 1">
  <p:cSld name="CUSTOM_27_1_1_1_2_2_1_1"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47"/>
          <p:cNvSpPr/>
          <p:nvPr/>
        </p:nvSpPr>
        <p:spPr>
          <a:xfrm>
            <a:off x="-931925" y="1671750"/>
            <a:ext cx="1800000" cy="1800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521" name="Google Shape;521;p47"/>
          <p:cNvSpPr txBox="1"/>
          <p:nvPr>
            <p:ph type="title"/>
          </p:nvPr>
        </p:nvSpPr>
        <p:spPr>
          <a:xfrm>
            <a:off x="1378200" y="1590900"/>
            <a:ext cx="1732200" cy="19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0"/>
              <a:buFont typeface="Montserrat Light"/>
              <a:buNone/>
              <a:defRPr sz="9000">
                <a:solidFill>
                  <a:schemeClr val="lt2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522" name="Google Shape;522;p47"/>
          <p:cNvSpPr txBox="1"/>
          <p:nvPr>
            <p:ph idx="2" type="title"/>
          </p:nvPr>
        </p:nvSpPr>
        <p:spPr>
          <a:xfrm>
            <a:off x="3648475" y="1732625"/>
            <a:ext cx="4955400" cy="104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72000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Font typeface="Montserrat Light"/>
              <a:buNone/>
              <a:defRPr b="0" sz="38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523" name="Google Shape;523;p47"/>
          <p:cNvSpPr txBox="1"/>
          <p:nvPr>
            <p:ph idx="1" type="body"/>
          </p:nvPr>
        </p:nvSpPr>
        <p:spPr>
          <a:xfrm>
            <a:off x="3648475" y="2950625"/>
            <a:ext cx="4955400" cy="5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720000" wrap="square" tIns="0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660">
          <p15:clr>
            <a:srgbClr val="E46962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rgbClr val="F2F2F2"/>
        </a:solidFill>
      </p:bgPr>
    </p:bg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48"/>
          <p:cNvSpPr txBox="1"/>
          <p:nvPr>
            <p:ph type="title"/>
          </p:nvPr>
        </p:nvSpPr>
        <p:spPr>
          <a:xfrm>
            <a:off x="628650" y="122611"/>
            <a:ext cx="8515500" cy="5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0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Helvetica Neue"/>
              <a:buNone/>
              <a:defRPr sz="27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22.xml"/><Relationship Id="rId44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21.xml"/><Relationship Id="rId43" Type="http://schemas.openxmlformats.org/officeDocument/2006/relationships/slideLayout" Target="../slideLayouts/slideLayout43.xml"/><Relationship Id="rId24" Type="http://schemas.openxmlformats.org/officeDocument/2006/relationships/slideLayout" Target="../slideLayouts/slideLayout24.xml"/><Relationship Id="rId46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23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48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47" Type="http://schemas.openxmlformats.org/officeDocument/2006/relationships/slideLayout" Target="../slideLayouts/slideLayout47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 Medium"/>
              <a:buNone/>
              <a:defRPr sz="2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40000" y="1080000"/>
            <a:ext cx="8064000" cy="35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●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○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■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●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○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■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●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○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■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4565400" y="4783500"/>
            <a:ext cx="4038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8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27">
          <p15:clr>
            <a:srgbClr val="E46962"/>
          </p15:clr>
        </p15:guide>
        <p15:guide id="2" pos="340">
          <p15:clr>
            <a:srgbClr val="E46962"/>
          </p15:clr>
        </p15:guide>
        <p15:guide id="3" pos="5420">
          <p15:clr>
            <a:srgbClr val="E46962"/>
          </p15:clr>
        </p15:guide>
        <p15:guide id="4" orient="horz" pos="567">
          <p15:clr>
            <a:srgbClr val="E46962"/>
          </p15:clr>
        </p15:guide>
        <p15:guide id="5" orient="horz" pos="3013">
          <p15:clr>
            <a:srgbClr val="E46962"/>
          </p15:clr>
        </p15:guide>
        <p15:guide id="6" orient="horz" pos="680">
          <p15:clr>
            <a:srgbClr val="E46962"/>
          </p15:clr>
        </p15:guide>
        <p15:guide id="7" orient="horz" pos="2864">
          <p15:clr>
            <a:srgbClr val="E46962"/>
          </p15:clr>
        </p15:guide>
        <p15:guide id="8" orient="horz" pos="794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13.png"/><Relationship Id="rId7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Relationship Id="rId4" Type="http://schemas.openxmlformats.org/officeDocument/2006/relationships/image" Target="../media/image10.jpg"/><Relationship Id="rId5" Type="http://schemas.openxmlformats.org/officeDocument/2006/relationships/image" Target="../media/image34.png"/><Relationship Id="rId6" Type="http://schemas.openxmlformats.org/officeDocument/2006/relationships/image" Target="../media/image5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jpg"/><Relationship Id="rId4" Type="http://schemas.openxmlformats.org/officeDocument/2006/relationships/image" Target="../media/image6.png"/><Relationship Id="rId5" Type="http://schemas.openxmlformats.org/officeDocument/2006/relationships/image" Target="../media/image30.png"/><Relationship Id="rId6" Type="http://schemas.openxmlformats.org/officeDocument/2006/relationships/image" Target="../media/image29.png"/><Relationship Id="rId7" Type="http://schemas.openxmlformats.org/officeDocument/2006/relationships/image" Target="../media/image20.png"/><Relationship Id="rId8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jpg"/><Relationship Id="rId4" Type="http://schemas.openxmlformats.org/officeDocument/2006/relationships/image" Target="../media/image6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1.png"/><Relationship Id="rId8" Type="http://schemas.openxmlformats.org/officeDocument/2006/relationships/image" Target="../media/image2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Relationship Id="rId4" Type="http://schemas.openxmlformats.org/officeDocument/2006/relationships/image" Target="../media/image6.png"/><Relationship Id="rId5" Type="http://schemas.openxmlformats.org/officeDocument/2006/relationships/image" Target="../media/image22.jp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2.png"/><Relationship Id="rId4" Type="http://schemas.openxmlformats.org/officeDocument/2006/relationships/image" Target="../media/image25.png"/><Relationship Id="rId5" Type="http://schemas.openxmlformats.org/officeDocument/2006/relationships/image" Target="../media/image33.png"/><Relationship Id="rId6" Type="http://schemas.openxmlformats.org/officeDocument/2006/relationships/image" Target="../media/image3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0"/>
          <p:cNvSpPr txBox="1"/>
          <p:nvPr>
            <p:ph type="title"/>
          </p:nvPr>
        </p:nvSpPr>
        <p:spPr>
          <a:xfrm>
            <a:off x="540000" y="1608950"/>
            <a:ext cx="5376300" cy="1523400"/>
          </a:xfrm>
          <a:prstGeom prst="rect">
            <a:avLst/>
          </a:prstGeom>
        </p:spPr>
        <p:txBody>
          <a:bodyPr anchorCtr="0" anchor="ctr" bIns="0" lIns="0" spcFirstLastPara="1" rIns="72000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200"/>
              <a:t>IKEA CUSTOMER PROFILING </a:t>
            </a:r>
            <a:endParaRPr/>
          </a:p>
        </p:txBody>
      </p:sp>
      <p:pic>
        <p:nvPicPr>
          <p:cNvPr id="535" name="Google Shape;535;p50" title="GettyImages-1425235289.jpg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0" l="16676" r="16676" t="0"/>
          <a:stretch/>
        </p:blipFill>
        <p:spPr>
          <a:xfrm>
            <a:off x="5204550" y="-827700"/>
            <a:ext cx="6798900" cy="6798900"/>
          </a:xfrm>
          <a:prstGeom prst="ellipse">
            <a:avLst/>
          </a:prstGeom>
        </p:spPr>
      </p:pic>
      <p:sp>
        <p:nvSpPr>
          <p:cNvPr id="536" name="Google Shape;536;p50"/>
          <p:cNvSpPr txBox="1"/>
          <p:nvPr/>
        </p:nvSpPr>
        <p:spPr>
          <a:xfrm>
            <a:off x="540000" y="2875250"/>
            <a:ext cx="4431300" cy="4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Presented</a:t>
            </a:r>
            <a:r>
              <a:rPr lang="en-GB"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By: Omar Althunaiyan </a:t>
            </a:r>
            <a:endParaRPr sz="13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51"/>
          <p:cNvSpPr txBox="1"/>
          <p:nvPr>
            <p:ph idx="2" type="body"/>
          </p:nvPr>
        </p:nvSpPr>
        <p:spPr>
          <a:xfrm>
            <a:off x="462266" y="377657"/>
            <a:ext cx="51948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0" spcFirstLastPara="1" rIns="68575" wrap="square" tIns="68575">
            <a:noAutofit/>
          </a:bodyPr>
          <a:lstStyle/>
          <a:p>
            <a:pPr indent="0" lvl="0" marL="10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2000">
                <a:latin typeface="Montserrat"/>
                <a:ea typeface="Montserrat"/>
                <a:cs typeface="Montserrat"/>
                <a:sym typeface="Montserrat"/>
              </a:rPr>
              <a:t>Table of Contents</a:t>
            </a:r>
            <a:endParaRPr b="1" sz="2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2" name="Google Shape;542;p51"/>
          <p:cNvSpPr txBox="1"/>
          <p:nvPr/>
        </p:nvSpPr>
        <p:spPr>
          <a:xfrm>
            <a:off x="1080160" y="1282985"/>
            <a:ext cx="551100" cy="480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300"/>
              <a:buFont typeface="Viga"/>
              <a:buNone/>
            </a:pPr>
            <a:r>
              <a:rPr b="0" i="0" lang="en-GB" sz="23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51"/>
          <p:cNvSpPr txBox="1"/>
          <p:nvPr/>
        </p:nvSpPr>
        <p:spPr>
          <a:xfrm>
            <a:off x="1080160" y="3025820"/>
            <a:ext cx="551100" cy="480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300"/>
              <a:buFont typeface="Viga"/>
              <a:buNone/>
            </a:pPr>
            <a:r>
              <a:rPr b="0" i="0" lang="en-GB" sz="23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04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51"/>
          <p:cNvSpPr txBox="1"/>
          <p:nvPr/>
        </p:nvSpPr>
        <p:spPr>
          <a:xfrm>
            <a:off x="3431185" y="1282985"/>
            <a:ext cx="551100" cy="480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300"/>
              <a:buFont typeface="Viga"/>
              <a:buNone/>
            </a:pPr>
            <a:r>
              <a:rPr b="0" i="0" lang="en-GB" sz="23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51"/>
          <p:cNvSpPr txBox="1"/>
          <p:nvPr/>
        </p:nvSpPr>
        <p:spPr>
          <a:xfrm>
            <a:off x="3431185" y="3025820"/>
            <a:ext cx="551100" cy="480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300"/>
              <a:buFont typeface="Viga"/>
              <a:buNone/>
            </a:pPr>
            <a:r>
              <a:rPr b="0" i="0" lang="en-GB" sz="23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05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51"/>
          <p:cNvSpPr txBox="1"/>
          <p:nvPr/>
        </p:nvSpPr>
        <p:spPr>
          <a:xfrm>
            <a:off x="6021700" y="1282985"/>
            <a:ext cx="551100" cy="480300"/>
          </a:xfrm>
          <a:prstGeom prst="rect">
            <a:avLst/>
          </a:prstGeom>
          <a:solidFill>
            <a:srgbClr val="FDD9DD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300"/>
              <a:buFont typeface="Viga"/>
              <a:buNone/>
            </a:pPr>
            <a:r>
              <a:rPr b="0" i="0" lang="en-GB" sz="23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51"/>
          <p:cNvSpPr txBox="1"/>
          <p:nvPr/>
        </p:nvSpPr>
        <p:spPr>
          <a:xfrm>
            <a:off x="6021700" y="3025820"/>
            <a:ext cx="551100" cy="480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300"/>
              <a:buFont typeface="Viga"/>
              <a:buNone/>
            </a:pPr>
            <a:r>
              <a:rPr b="0" i="0" lang="en-GB" sz="23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06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51"/>
          <p:cNvSpPr txBox="1"/>
          <p:nvPr/>
        </p:nvSpPr>
        <p:spPr>
          <a:xfrm>
            <a:off x="997200" y="1754075"/>
            <a:ext cx="20130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500"/>
              <a:buFont typeface="Bebas Neue"/>
              <a:buNone/>
            </a:pPr>
            <a:r>
              <a:rPr lang="en-GB" sz="1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Project Overview &amp; DQ Importance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51"/>
          <p:cNvSpPr txBox="1"/>
          <p:nvPr/>
        </p:nvSpPr>
        <p:spPr>
          <a:xfrm>
            <a:off x="3348225" y="1754075"/>
            <a:ext cx="20130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500"/>
              <a:buFont typeface="Bebas Neue"/>
              <a:buNone/>
            </a:pPr>
            <a:r>
              <a:rPr lang="en-GB" sz="1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COMPLIANCE &amp; GOVERNANCE</a:t>
            </a:r>
            <a:endParaRPr sz="15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500"/>
              <a:buFont typeface="Bebas Neue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550" name="Google Shape;550;p51"/>
          <p:cNvSpPr txBox="1"/>
          <p:nvPr/>
        </p:nvSpPr>
        <p:spPr>
          <a:xfrm>
            <a:off x="997200" y="3496875"/>
            <a:ext cx="20130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500"/>
              <a:buFont typeface="Bebas Neue"/>
              <a:buNone/>
            </a:pPr>
            <a:r>
              <a:rPr lang="en-GB" sz="1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Technical Profiling &amp; Finding Insights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51"/>
          <p:cNvSpPr txBox="1"/>
          <p:nvPr/>
        </p:nvSpPr>
        <p:spPr>
          <a:xfrm>
            <a:off x="3348224" y="3496875"/>
            <a:ext cx="20130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500"/>
              <a:buFont typeface="Bebas Neue"/>
              <a:buNone/>
            </a:pPr>
            <a:r>
              <a:rPr lang="en-GB" sz="1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Strategic Recommendations &amp; Roadmap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51"/>
          <p:cNvSpPr txBox="1"/>
          <p:nvPr/>
        </p:nvSpPr>
        <p:spPr>
          <a:xfrm>
            <a:off x="5938750" y="1754075"/>
            <a:ext cx="20130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500"/>
              <a:buFont typeface="Bebas Neue"/>
              <a:buNone/>
            </a:pPr>
            <a:r>
              <a:rPr lang="en-GB" sz="1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Data Quality Dimensions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51"/>
          <p:cNvSpPr txBox="1"/>
          <p:nvPr/>
        </p:nvSpPr>
        <p:spPr>
          <a:xfrm>
            <a:off x="5938752" y="3496875"/>
            <a:ext cx="20130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500"/>
              <a:buFont typeface="Bebas Neue"/>
              <a:buNone/>
            </a:pPr>
            <a:r>
              <a:rPr lang="en-GB" sz="1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Conclusion &amp; Q&amp;A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52"/>
          <p:cNvSpPr txBox="1"/>
          <p:nvPr>
            <p:ph type="title"/>
          </p:nvPr>
        </p:nvSpPr>
        <p:spPr>
          <a:xfrm>
            <a:off x="1378200" y="1590900"/>
            <a:ext cx="1732200" cy="19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en-GB" sz="10000"/>
              <a:t>01</a:t>
            </a:r>
            <a:endParaRPr sz="10000"/>
          </a:p>
        </p:txBody>
      </p:sp>
      <p:sp>
        <p:nvSpPr>
          <p:cNvPr id="559" name="Google Shape;559;p52"/>
          <p:cNvSpPr txBox="1"/>
          <p:nvPr>
            <p:ph idx="2" type="title"/>
          </p:nvPr>
        </p:nvSpPr>
        <p:spPr>
          <a:xfrm>
            <a:off x="3648600" y="2051700"/>
            <a:ext cx="4955400" cy="11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72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GB"/>
              <a:t>Project Overview &amp; DQ Importance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4" name="Google Shape;564;p53"/>
          <p:cNvGrpSpPr/>
          <p:nvPr/>
        </p:nvGrpSpPr>
        <p:grpSpPr>
          <a:xfrm>
            <a:off x="6559486" y="-3620998"/>
            <a:ext cx="6096000" cy="6096000"/>
            <a:chOff x="-1905000" y="-476250"/>
            <a:chExt cx="6096000" cy="6096000"/>
          </a:xfrm>
        </p:grpSpPr>
        <p:sp>
          <p:nvSpPr>
            <p:cNvPr id="565" name="Google Shape;565;p53"/>
            <p:cNvSpPr/>
            <p:nvPr/>
          </p:nvSpPr>
          <p:spPr>
            <a:xfrm>
              <a:off x="-1905000" y="-476250"/>
              <a:ext cx="6096000" cy="6096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53"/>
            <p:cNvSpPr/>
            <p:nvPr/>
          </p:nvSpPr>
          <p:spPr>
            <a:xfrm>
              <a:off x="-1143000" y="285750"/>
              <a:ext cx="4572000" cy="45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" name="Google Shape;567;p53"/>
            <p:cNvSpPr/>
            <p:nvPr/>
          </p:nvSpPr>
          <p:spPr>
            <a:xfrm>
              <a:off x="-381000" y="1047750"/>
              <a:ext cx="3048000" cy="304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68" name="Google Shape;568;p53"/>
          <p:cNvGrpSpPr/>
          <p:nvPr/>
        </p:nvGrpSpPr>
        <p:grpSpPr>
          <a:xfrm>
            <a:off x="-1808214" y="823452"/>
            <a:ext cx="6096000" cy="6096000"/>
            <a:chOff x="-1905000" y="-476250"/>
            <a:chExt cx="6096000" cy="6096000"/>
          </a:xfrm>
        </p:grpSpPr>
        <p:sp>
          <p:nvSpPr>
            <p:cNvPr id="569" name="Google Shape;569;p53"/>
            <p:cNvSpPr/>
            <p:nvPr/>
          </p:nvSpPr>
          <p:spPr>
            <a:xfrm>
              <a:off x="-1905000" y="-476250"/>
              <a:ext cx="6096000" cy="6096000"/>
            </a:xfrm>
            <a:prstGeom prst="ellipse">
              <a:avLst/>
            </a:prstGeom>
            <a:solidFill>
              <a:srgbClr val="FDDAD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53"/>
            <p:cNvSpPr/>
            <p:nvPr/>
          </p:nvSpPr>
          <p:spPr>
            <a:xfrm>
              <a:off x="-1143000" y="285750"/>
              <a:ext cx="4572000" cy="4572000"/>
            </a:xfrm>
            <a:prstGeom prst="ellipse">
              <a:avLst/>
            </a:prstGeom>
            <a:solidFill>
              <a:srgbClr val="FCA2A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53"/>
            <p:cNvSpPr/>
            <p:nvPr/>
          </p:nvSpPr>
          <p:spPr>
            <a:xfrm>
              <a:off x="-381000" y="1047750"/>
              <a:ext cx="3048000" cy="3048000"/>
            </a:xfrm>
            <a:prstGeom prst="ellipse">
              <a:avLst/>
            </a:prstGeom>
            <a:solidFill>
              <a:srgbClr val="F848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2" name="Google Shape;572;p53"/>
          <p:cNvSpPr txBox="1"/>
          <p:nvPr/>
        </p:nvSpPr>
        <p:spPr>
          <a:xfrm>
            <a:off x="287286" y="2918952"/>
            <a:ext cx="1905000" cy="190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DQ</a:t>
            </a:r>
            <a:endParaRPr b="1" sz="8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573" name="Google Shape;573;p53"/>
          <p:cNvGrpSpPr/>
          <p:nvPr/>
        </p:nvGrpSpPr>
        <p:grpSpPr>
          <a:xfrm>
            <a:off x="3349113" y="1169117"/>
            <a:ext cx="5524500" cy="1047900"/>
            <a:chOff x="3238500" y="1238250"/>
            <a:chExt cx="5524500" cy="1047900"/>
          </a:xfrm>
        </p:grpSpPr>
        <p:pic>
          <p:nvPicPr>
            <p:cNvPr id="574" name="Google Shape;574;p5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3238500" y="1238250"/>
              <a:ext cx="5524500" cy="1047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75" name="Google Shape;575;p53"/>
            <p:cNvSpPr/>
            <p:nvPr/>
          </p:nvSpPr>
          <p:spPr>
            <a:xfrm>
              <a:off x="3238500" y="1476375"/>
              <a:ext cx="95400" cy="571500"/>
            </a:xfrm>
            <a:prstGeom prst="roundRect">
              <a:avLst>
                <a:gd fmla="val 50000" name="adj"/>
              </a:avLst>
            </a:prstGeom>
            <a:solidFill>
              <a:srgbClr val="F848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53"/>
            <p:cNvSpPr txBox="1"/>
            <p:nvPr/>
          </p:nvSpPr>
          <p:spPr>
            <a:xfrm>
              <a:off x="4000500" y="1238250"/>
              <a:ext cx="4572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6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Project Mission</a:t>
              </a:r>
              <a:endParaRPr b="1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Goal:</a:t>
              </a: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 Profile 1,000 IKEA customer records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Vision:</a:t>
              </a: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 Reliable assets for customer journeys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</p:grpSp>
      <p:grpSp>
        <p:nvGrpSpPr>
          <p:cNvPr id="577" name="Google Shape;577;p53"/>
          <p:cNvGrpSpPr/>
          <p:nvPr/>
        </p:nvGrpSpPr>
        <p:grpSpPr>
          <a:xfrm>
            <a:off x="3349125" y="2359686"/>
            <a:ext cx="5524500" cy="1107717"/>
            <a:chOff x="3238500" y="2428875"/>
            <a:chExt cx="5524500" cy="1285800"/>
          </a:xfrm>
        </p:grpSpPr>
        <p:pic>
          <p:nvPicPr>
            <p:cNvPr id="578" name="Google Shape;578;p5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3238500" y="2428875"/>
              <a:ext cx="5524500" cy="1285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79" name="Google Shape;579;p53"/>
            <p:cNvSpPr txBox="1"/>
            <p:nvPr/>
          </p:nvSpPr>
          <p:spPr>
            <a:xfrm>
              <a:off x="4000500" y="2428875"/>
              <a:ext cx="4572000" cy="12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6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Why DQ Matters?</a:t>
              </a:r>
              <a:endParaRPr b="1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Customer Loyalty: </a:t>
              </a: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Accurate targeting &amp; personalized offers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</a:t>
              </a: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ost Efficiency</a:t>
              </a: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</a:t>
              </a: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Zero waste on invalid contact details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Market Growth: </a:t>
              </a: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Fact-based insights for KSA expansion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</p:grpSp>
      <p:sp>
        <p:nvSpPr>
          <p:cNvPr id="580" name="Google Shape;580;p53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Project Overview &amp; DQ Importance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581" name="Google Shape;581;p53"/>
          <p:cNvGrpSpPr/>
          <p:nvPr/>
        </p:nvGrpSpPr>
        <p:grpSpPr>
          <a:xfrm>
            <a:off x="3349113" y="3610042"/>
            <a:ext cx="5524500" cy="1047900"/>
            <a:chOff x="3238500" y="1238250"/>
            <a:chExt cx="5524500" cy="1047900"/>
          </a:xfrm>
        </p:grpSpPr>
        <p:pic>
          <p:nvPicPr>
            <p:cNvPr id="582" name="Google Shape;582;p5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3238500" y="1238250"/>
              <a:ext cx="5524500" cy="1047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83" name="Google Shape;583;p53"/>
            <p:cNvSpPr txBox="1"/>
            <p:nvPr/>
          </p:nvSpPr>
          <p:spPr>
            <a:xfrm>
              <a:off x="4000500" y="1238250"/>
              <a:ext cx="4572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6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The Golden Rule</a:t>
              </a:r>
              <a:endParaRPr b="1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"Trust the Data, Trust the Decision."</a:t>
              </a:r>
              <a:endParaRPr b="1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Reliable analytics start with clean data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585" name="Google Shape;585;p5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521548" y="1423063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5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521548" y="2643525"/>
            <a:ext cx="540000" cy="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7" name="Google Shape;587;p53"/>
          <p:cNvSpPr/>
          <p:nvPr/>
        </p:nvSpPr>
        <p:spPr>
          <a:xfrm>
            <a:off x="3349127" y="2627788"/>
            <a:ext cx="95400" cy="571500"/>
          </a:xfrm>
          <a:prstGeom prst="roundRect">
            <a:avLst>
              <a:gd fmla="val 50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53"/>
          <p:cNvSpPr/>
          <p:nvPr/>
        </p:nvSpPr>
        <p:spPr>
          <a:xfrm>
            <a:off x="3349126" y="3848255"/>
            <a:ext cx="95400" cy="5715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54"/>
          <p:cNvSpPr txBox="1"/>
          <p:nvPr>
            <p:ph type="title"/>
          </p:nvPr>
        </p:nvSpPr>
        <p:spPr>
          <a:xfrm>
            <a:off x="1378200" y="1590900"/>
            <a:ext cx="1732200" cy="19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en-GB" sz="10000"/>
              <a:t>02</a:t>
            </a:r>
            <a:endParaRPr sz="10000"/>
          </a:p>
        </p:txBody>
      </p:sp>
      <p:sp>
        <p:nvSpPr>
          <p:cNvPr id="594" name="Google Shape;594;p54"/>
          <p:cNvSpPr txBox="1"/>
          <p:nvPr>
            <p:ph idx="2" type="title"/>
          </p:nvPr>
        </p:nvSpPr>
        <p:spPr>
          <a:xfrm>
            <a:off x="3648600" y="2051700"/>
            <a:ext cx="4955400" cy="11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72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GB"/>
              <a:t>COMPLIANCE &amp; GOVERNANCE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55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COMPLIANCE &amp; GOVERNANCE</a:t>
            </a:r>
            <a:endParaRPr/>
          </a:p>
        </p:txBody>
      </p:sp>
      <p:sp>
        <p:nvSpPr>
          <p:cNvPr id="600" name="Google Shape;600;p55"/>
          <p:cNvSpPr txBox="1"/>
          <p:nvPr/>
        </p:nvSpPr>
        <p:spPr>
          <a:xfrm>
            <a:off x="191900" y="2065658"/>
            <a:ext cx="44196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GB" sz="10500" u="none" cap="none" strike="noStrike">
                <a:solidFill>
                  <a:schemeClr val="accen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2030</a:t>
            </a:r>
            <a:endParaRPr>
              <a:solidFill>
                <a:schemeClr val="accen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601" name="Google Shape;601;p55"/>
          <p:cNvSpPr txBox="1"/>
          <p:nvPr/>
        </p:nvSpPr>
        <p:spPr>
          <a:xfrm>
            <a:off x="191900" y="3399158"/>
            <a:ext cx="4419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The Vision Target</a:t>
            </a:r>
            <a:endParaRPr/>
          </a:p>
        </p:txBody>
      </p:sp>
      <p:sp>
        <p:nvSpPr>
          <p:cNvPr id="602" name="Google Shape;602;p55"/>
          <p:cNvSpPr/>
          <p:nvPr/>
        </p:nvSpPr>
        <p:spPr>
          <a:xfrm>
            <a:off x="4014060" y="1052636"/>
            <a:ext cx="1394968" cy="1365565"/>
          </a:xfrm>
          <a:custGeom>
            <a:rect b="b" l="l" r="r" t="t"/>
            <a:pathLst>
              <a:path extrusionOk="0" h="1820753" w="1859957">
                <a:moveTo>
                  <a:pt x="350756" y="0"/>
                </a:moveTo>
                <a:cubicBezTo>
                  <a:pt x="1023587" y="218245"/>
                  <a:pt x="1572145" y="711866"/>
                  <a:pt x="1859957" y="1357459"/>
                </a:cubicBezTo>
                <a:lnTo>
                  <a:pt x="818260" y="1820753"/>
                </a:lnTo>
                <a:lnTo>
                  <a:pt x="782145" y="1745781"/>
                </a:lnTo>
                <a:cubicBezTo>
                  <a:pt x="627893" y="1461829"/>
                  <a:pt x="380354" y="1235908"/>
                  <a:pt x="80662" y="1109148"/>
                </a:cubicBezTo>
                <a:lnTo>
                  <a:pt x="0" y="107962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55"/>
          <p:cNvSpPr/>
          <p:nvPr/>
        </p:nvSpPr>
        <p:spPr>
          <a:xfrm>
            <a:off x="4647300" y="2112292"/>
            <a:ext cx="942325" cy="1522810"/>
          </a:xfrm>
          <a:custGeom>
            <a:rect b="b" l="l" r="r" t="t"/>
            <a:pathLst>
              <a:path extrusionOk="0" h="2030413" w="1256434">
                <a:moveTo>
                  <a:pt x="1040611" y="0"/>
                </a:moveTo>
                <a:cubicBezTo>
                  <a:pt x="1328375" y="646058"/>
                  <a:pt x="1328375" y="1383974"/>
                  <a:pt x="1040611" y="2030413"/>
                </a:cubicBezTo>
                <a:lnTo>
                  <a:pt x="0" y="1567193"/>
                </a:lnTo>
                <a:lnTo>
                  <a:pt x="46236" y="1440867"/>
                </a:lnTo>
                <a:cubicBezTo>
                  <a:pt x="88060" y="1306401"/>
                  <a:pt x="110590" y="1163435"/>
                  <a:pt x="110590" y="1015206"/>
                </a:cubicBezTo>
                <a:cubicBezTo>
                  <a:pt x="110590" y="866978"/>
                  <a:pt x="88060" y="724011"/>
                  <a:pt x="46236" y="589545"/>
                </a:cubicBezTo>
                <a:lnTo>
                  <a:pt x="1" y="4632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55"/>
          <p:cNvSpPr/>
          <p:nvPr/>
        </p:nvSpPr>
        <p:spPr>
          <a:xfrm>
            <a:off x="4014060" y="3329194"/>
            <a:ext cx="1394968" cy="1365565"/>
          </a:xfrm>
          <a:custGeom>
            <a:rect b="b" l="l" r="r" t="t"/>
            <a:pathLst>
              <a:path extrusionOk="0" h="1820753" w="1859957">
                <a:moveTo>
                  <a:pt x="818260" y="0"/>
                </a:moveTo>
                <a:lnTo>
                  <a:pt x="1859957" y="463294"/>
                </a:lnTo>
                <a:cubicBezTo>
                  <a:pt x="1572145" y="1108887"/>
                  <a:pt x="1023587" y="1602509"/>
                  <a:pt x="350756" y="1820753"/>
                </a:cubicBezTo>
                <a:lnTo>
                  <a:pt x="0" y="741127"/>
                </a:lnTo>
                <a:lnTo>
                  <a:pt x="80662" y="711604"/>
                </a:lnTo>
                <a:cubicBezTo>
                  <a:pt x="380354" y="584845"/>
                  <a:pt x="627893" y="358923"/>
                  <a:pt x="782145" y="7497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05" name="Google Shape;605;p55"/>
          <p:cNvGrpSpPr/>
          <p:nvPr/>
        </p:nvGrpSpPr>
        <p:grpSpPr>
          <a:xfrm>
            <a:off x="5589618" y="710824"/>
            <a:ext cx="2194650" cy="1098355"/>
            <a:chOff x="8921977" y="1242150"/>
            <a:chExt cx="2926200" cy="1464473"/>
          </a:xfrm>
        </p:grpSpPr>
        <p:sp>
          <p:nvSpPr>
            <p:cNvPr id="606" name="Google Shape;606;p55"/>
            <p:cNvSpPr txBox="1"/>
            <p:nvPr/>
          </p:nvSpPr>
          <p:spPr>
            <a:xfrm>
              <a:off x="8921977" y="1242150"/>
              <a:ext cx="29262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34275" lIns="0" spcFirstLastPara="1" rIns="0" wrap="square" tIns="3427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350">
                  <a:solidFill>
                    <a:schemeClr val="accen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SDAIA &amp; NDMO:</a:t>
              </a:r>
              <a:endParaRPr sz="1100">
                <a:solidFill>
                  <a:schemeClr val="accent1"/>
                </a:solidFill>
              </a:endParaRPr>
            </a:p>
          </p:txBody>
        </p:sp>
        <p:sp>
          <p:nvSpPr>
            <p:cNvPr id="607" name="Google Shape;607;p55"/>
            <p:cNvSpPr txBox="1"/>
            <p:nvPr/>
          </p:nvSpPr>
          <p:spPr>
            <a:xfrm>
              <a:off x="8921977" y="1598423"/>
              <a:ext cx="2926200" cy="110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5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The primary regulators setting data standards for the Kingdom.</a:t>
              </a:r>
              <a:endPara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  <a:p>
              <a:pPr indent="0" lvl="0" marL="0" marR="0" rtl="0" algn="just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8" name="Google Shape;608;p55"/>
          <p:cNvGrpSpPr/>
          <p:nvPr/>
        </p:nvGrpSpPr>
        <p:grpSpPr>
          <a:xfrm>
            <a:off x="5865455" y="2230465"/>
            <a:ext cx="2194650" cy="1286467"/>
            <a:chOff x="8921977" y="1242150"/>
            <a:chExt cx="2926200" cy="1715289"/>
          </a:xfrm>
        </p:grpSpPr>
        <p:sp>
          <p:nvSpPr>
            <p:cNvPr id="609" name="Google Shape;609;p55"/>
            <p:cNvSpPr txBox="1"/>
            <p:nvPr/>
          </p:nvSpPr>
          <p:spPr>
            <a:xfrm>
              <a:off x="8921977" y="1242150"/>
              <a:ext cx="29262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34275" lIns="0" spcFirstLastPara="1" rIns="0" wrap="square" tIns="3427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350">
                  <a:solidFill>
                    <a:schemeClr val="accent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PDPL:</a:t>
              </a:r>
              <a:endParaRPr sz="1100">
                <a:solidFill>
                  <a:schemeClr val="accent2"/>
                </a:solidFill>
              </a:endParaRPr>
            </a:p>
          </p:txBody>
        </p:sp>
        <p:sp>
          <p:nvSpPr>
            <p:cNvPr id="610" name="Google Shape;610;p55"/>
            <p:cNvSpPr txBox="1"/>
            <p:nvPr/>
          </p:nvSpPr>
          <p:spPr>
            <a:xfrm>
              <a:off x="8921977" y="1572039"/>
              <a:ext cx="2926200" cy="13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50">
                  <a:solidFill>
                    <a:schemeClr val="dk2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Personal Data Protection Law that </a:t>
              </a:r>
              <a:r>
                <a:rPr lang="en-GB" sz="1350">
                  <a:solidFill>
                    <a:schemeClr val="dk2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protects customer privacy and ensures data safety.</a:t>
              </a:r>
              <a:endParaRPr>
                <a:solidFill>
                  <a:schemeClr val="dk2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  <a:p>
              <a:pPr indent="0" lvl="0" marL="0" marR="0" rtl="0" algn="just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1" name="Google Shape;611;p55"/>
          <p:cNvGrpSpPr/>
          <p:nvPr/>
        </p:nvGrpSpPr>
        <p:grpSpPr>
          <a:xfrm>
            <a:off x="5589618" y="3779269"/>
            <a:ext cx="2194650" cy="1108142"/>
            <a:chOff x="8921977" y="1242150"/>
            <a:chExt cx="2926200" cy="1477523"/>
          </a:xfrm>
        </p:grpSpPr>
        <p:sp>
          <p:nvSpPr>
            <p:cNvPr id="612" name="Google Shape;612;p55"/>
            <p:cNvSpPr txBox="1"/>
            <p:nvPr/>
          </p:nvSpPr>
          <p:spPr>
            <a:xfrm>
              <a:off x="8921977" y="1242150"/>
              <a:ext cx="29262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34275" lIns="0" spcFirstLastPara="1" rIns="0" wrap="square" tIns="3427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350">
                  <a:solidFill>
                    <a:schemeClr val="accent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Data Residency:</a:t>
              </a:r>
              <a:endParaRPr sz="1100">
                <a:solidFill>
                  <a:schemeClr val="accent3"/>
                </a:solidFill>
              </a:endParaRPr>
            </a:p>
          </p:txBody>
        </p:sp>
        <p:sp>
          <p:nvSpPr>
            <p:cNvPr id="613" name="Google Shape;613;p55"/>
            <p:cNvSpPr txBox="1"/>
            <p:nvPr/>
          </p:nvSpPr>
          <p:spPr>
            <a:xfrm>
              <a:off x="8921977" y="1611473"/>
              <a:ext cx="2926200" cy="110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5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Ensuring data residence and quality standards are met within Saudi borders.</a:t>
              </a:r>
              <a:endPara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  <a:p>
              <a:pPr indent="0" lvl="0" marL="0" marR="0" rtl="0" algn="just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4" name="Google Shape;614;p55"/>
          <p:cNvSpPr/>
          <p:nvPr/>
        </p:nvSpPr>
        <p:spPr>
          <a:xfrm>
            <a:off x="4014060" y="1681259"/>
            <a:ext cx="791641" cy="736942"/>
          </a:xfrm>
          <a:custGeom>
            <a:rect b="b" l="l" r="r" t="t"/>
            <a:pathLst>
              <a:path extrusionOk="0" h="982590" w="1055521">
                <a:moveTo>
                  <a:pt x="78448" y="0"/>
                </a:moveTo>
                <a:lnTo>
                  <a:pt x="188583" y="40310"/>
                </a:lnTo>
                <a:cubicBezTo>
                  <a:pt x="540691" y="189239"/>
                  <a:pt x="831522" y="454673"/>
                  <a:pt x="1012752" y="788286"/>
                </a:cubicBezTo>
                <a:lnTo>
                  <a:pt x="1055521" y="877069"/>
                </a:lnTo>
                <a:lnTo>
                  <a:pt x="818260" y="982590"/>
                </a:lnTo>
                <a:lnTo>
                  <a:pt x="782145" y="907618"/>
                </a:lnTo>
                <a:cubicBezTo>
                  <a:pt x="627893" y="623666"/>
                  <a:pt x="380354" y="397745"/>
                  <a:pt x="80662" y="270985"/>
                </a:cubicBezTo>
                <a:lnTo>
                  <a:pt x="0" y="241463"/>
                </a:lnTo>
                <a:close/>
              </a:path>
            </a:pathLst>
          </a:custGeom>
          <a:solidFill>
            <a:schemeClr val="dk1">
              <a:alpha val="23920"/>
            </a:scheme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55"/>
          <p:cNvSpPr/>
          <p:nvPr/>
        </p:nvSpPr>
        <p:spPr>
          <a:xfrm>
            <a:off x="4647300" y="2380343"/>
            <a:ext cx="278560" cy="986707"/>
          </a:xfrm>
          <a:custGeom>
            <a:rect b="b" l="l" r="r" t="t"/>
            <a:pathLst>
              <a:path extrusionOk="0" h="1315609" w="371413">
                <a:moveTo>
                  <a:pt x="237718" y="0"/>
                </a:moveTo>
                <a:lnTo>
                  <a:pt x="239251" y="3184"/>
                </a:lnTo>
                <a:cubicBezTo>
                  <a:pt x="324354" y="204388"/>
                  <a:pt x="371413" y="425600"/>
                  <a:pt x="371413" y="657804"/>
                </a:cubicBezTo>
                <a:cubicBezTo>
                  <a:pt x="371413" y="890008"/>
                  <a:pt x="324354" y="1111220"/>
                  <a:pt x="239251" y="1312424"/>
                </a:cubicBezTo>
                <a:lnTo>
                  <a:pt x="237717" y="1315609"/>
                </a:lnTo>
                <a:lnTo>
                  <a:pt x="0" y="1209791"/>
                </a:lnTo>
                <a:lnTo>
                  <a:pt x="46236" y="1083465"/>
                </a:lnTo>
                <a:cubicBezTo>
                  <a:pt x="88060" y="948999"/>
                  <a:pt x="110590" y="806033"/>
                  <a:pt x="110590" y="657804"/>
                </a:cubicBezTo>
                <a:cubicBezTo>
                  <a:pt x="110590" y="509576"/>
                  <a:pt x="88060" y="366609"/>
                  <a:pt x="46236" y="232143"/>
                </a:cubicBezTo>
                <a:lnTo>
                  <a:pt x="1" y="105818"/>
                </a:lnTo>
                <a:close/>
              </a:path>
            </a:pathLst>
          </a:custGeom>
          <a:solidFill>
            <a:schemeClr val="dk1">
              <a:alpha val="23920"/>
            </a:scheme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55"/>
          <p:cNvSpPr/>
          <p:nvPr/>
        </p:nvSpPr>
        <p:spPr>
          <a:xfrm>
            <a:off x="4014060" y="3329194"/>
            <a:ext cx="791639" cy="736941"/>
          </a:xfrm>
          <a:custGeom>
            <a:rect b="b" l="l" r="r" t="t"/>
            <a:pathLst>
              <a:path extrusionOk="0" h="982588" w="1055519">
                <a:moveTo>
                  <a:pt x="818260" y="0"/>
                </a:moveTo>
                <a:lnTo>
                  <a:pt x="1055519" y="105521"/>
                </a:lnTo>
                <a:lnTo>
                  <a:pt x="1012752" y="194301"/>
                </a:lnTo>
                <a:cubicBezTo>
                  <a:pt x="831522" y="527915"/>
                  <a:pt x="540691" y="793349"/>
                  <a:pt x="188583" y="942277"/>
                </a:cubicBezTo>
                <a:lnTo>
                  <a:pt x="78448" y="982588"/>
                </a:lnTo>
                <a:lnTo>
                  <a:pt x="0" y="741127"/>
                </a:lnTo>
                <a:lnTo>
                  <a:pt x="80662" y="711604"/>
                </a:lnTo>
                <a:cubicBezTo>
                  <a:pt x="380354" y="584845"/>
                  <a:pt x="627893" y="358923"/>
                  <a:pt x="782145" y="74972"/>
                </a:cubicBezTo>
                <a:close/>
              </a:path>
            </a:pathLst>
          </a:custGeom>
          <a:solidFill>
            <a:schemeClr val="dk1">
              <a:alpha val="23920"/>
            </a:scheme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7" name="Google Shape;617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275" y="1556625"/>
            <a:ext cx="411500" cy="41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8" name="Google Shape;618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59225" y="2667950"/>
            <a:ext cx="411500" cy="41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9" name="Google Shape;619;p5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71275" y="3806225"/>
            <a:ext cx="411500" cy="41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56"/>
          <p:cNvSpPr txBox="1"/>
          <p:nvPr>
            <p:ph type="title"/>
          </p:nvPr>
        </p:nvSpPr>
        <p:spPr>
          <a:xfrm>
            <a:off x="1378200" y="1590900"/>
            <a:ext cx="1732200" cy="19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en-GB" sz="10000"/>
              <a:t>03</a:t>
            </a:r>
            <a:endParaRPr sz="10000"/>
          </a:p>
        </p:txBody>
      </p:sp>
      <p:sp>
        <p:nvSpPr>
          <p:cNvPr id="625" name="Google Shape;625;p56"/>
          <p:cNvSpPr txBox="1"/>
          <p:nvPr>
            <p:ph idx="2" type="title"/>
          </p:nvPr>
        </p:nvSpPr>
        <p:spPr>
          <a:xfrm>
            <a:off x="3648600" y="2051700"/>
            <a:ext cx="4955400" cy="11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72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GB"/>
              <a:t>Data Quality Dimensions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0" name="Google Shape;630;p57"/>
          <p:cNvGrpSpPr/>
          <p:nvPr/>
        </p:nvGrpSpPr>
        <p:grpSpPr>
          <a:xfrm>
            <a:off x="-3641539" y="2712239"/>
            <a:ext cx="6096000" cy="6096000"/>
            <a:chOff x="-1905000" y="-476250"/>
            <a:chExt cx="6096000" cy="6096000"/>
          </a:xfrm>
        </p:grpSpPr>
        <p:sp>
          <p:nvSpPr>
            <p:cNvPr id="631" name="Google Shape;631;p57"/>
            <p:cNvSpPr/>
            <p:nvPr/>
          </p:nvSpPr>
          <p:spPr>
            <a:xfrm>
              <a:off x="-1905000" y="-476250"/>
              <a:ext cx="6096000" cy="6096000"/>
            </a:xfrm>
            <a:prstGeom prst="ellipse">
              <a:avLst/>
            </a:prstGeom>
            <a:solidFill>
              <a:srgbClr val="FDDADE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57"/>
            <p:cNvSpPr/>
            <p:nvPr/>
          </p:nvSpPr>
          <p:spPr>
            <a:xfrm>
              <a:off x="-1143000" y="285750"/>
              <a:ext cx="4572000" cy="4572000"/>
            </a:xfrm>
            <a:prstGeom prst="ellipse">
              <a:avLst/>
            </a:prstGeom>
            <a:solidFill>
              <a:srgbClr val="FCA2AE">
                <a:alpha val="4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57"/>
            <p:cNvSpPr/>
            <p:nvPr/>
          </p:nvSpPr>
          <p:spPr>
            <a:xfrm>
              <a:off x="-381000" y="1047750"/>
              <a:ext cx="3048000" cy="3048000"/>
            </a:xfrm>
            <a:prstGeom prst="ellipse">
              <a:avLst/>
            </a:prstGeom>
            <a:solidFill>
              <a:srgbClr val="F848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34" name="Google Shape;634;p57"/>
          <p:cNvGrpSpPr/>
          <p:nvPr/>
        </p:nvGrpSpPr>
        <p:grpSpPr>
          <a:xfrm>
            <a:off x="6559486" y="-3620998"/>
            <a:ext cx="6096000" cy="6096000"/>
            <a:chOff x="-1905000" y="-476250"/>
            <a:chExt cx="6096000" cy="6096000"/>
          </a:xfrm>
        </p:grpSpPr>
        <p:sp>
          <p:nvSpPr>
            <p:cNvPr id="635" name="Google Shape;635;p57"/>
            <p:cNvSpPr/>
            <p:nvPr/>
          </p:nvSpPr>
          <p:spPr>
            <a:xfrm>
              <a:off x="-1905000" y="-476250"/>
              <a:ext cx="6096000" cy="6096000"/>
            </a:xfrm>
            <a:prstGeom prst="ellipse">
              <a:avLst/>
            </a:prstGeom>
            <a:solidFill>
              <a:srgbClr val="FDDADE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" name="Google Shape;636;p57"/>
            <p:cNvSpPr/>
            <p:nvPr/>
          </p:nvSpPr>
          <p:spPr>
            <a:xfrm>
              <a:off x="-1143000" y="285750"/>
              <a:ext cx="4572000" cy="4572000"/>
            </a:xfrm>
            <a:prstGeom prst="ellipse">
              <a:avLst/>
            </a:prstGeom>
            <a:solidFill>
              <a:srgbClr val="FCA2AE">
                <a:alpha val="4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" name="Google Shape;637;p57"/>
            <p:cNvSpPr/>
            <p:nvPr/>
          </p:nvSpPr>
          <p:spPr>
            <a:xfrm>
              <a:off x="-381000" y="1047750"/>
              <a:ext cx="3048000" cy="3048000"/>
            </a:xfrm>
            <a:prstGeom prst="ellipse">
              <a:avLst/>
            </a:prstGeom>
            <a:solidFill>
              <a:srgbClr val="F848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38" name="Google Shape;638;p57"/>
          <p:cNvSpPr/>
          <p:nvPr/>
        </p:nvSpPr>
        <p:spPr>
          <a:xfrm rot="-3599773">
            <a:off x="1612826" y="483100"/>
            <a:ext cx="1655211" cy="417732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 cap="flat" cmpd="sng" w="9525">
            <a:solidFill>
              <a:srgbClr val="F2F2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57"/>
          <p:cNvSpPr/>
          <p:nvPr/>
        </p:nvSpPr>
        <p:spPr>
          <a:xfrm rot="-3599773">
            <a:off x="3716526" y="483100"/>
            <a:ext cx="1655211" cy="4177320"/>
          </a:xfrm>
          <a:prstGeom prst="roundRect">
            <a:avLst>
              <a:gd fmla="val 50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57"/>
          <p:cNvSpPr/>
          <p:nvPr/>
        </p:nvSpPr>
        <p:spPr>
          <a:xfrm>
            <a:off x="635092" y="1239250"/>
            <a:ext cx="1509000" cy="267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100013" rotWithShape="0" algn="bl" dir="5400000" dist="19050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641" name="Google Shape;641;p57"/>
          <p:cNvGrpSpPr/>
          <p:nvPr/>
        </p:nvGrpSpPr>
        <p:grpSpPr>
          <a:xfrm>
            <a:off x="707413" y="2322982"/>
            <a:ext cx="1364056" cy="686420"/>
            <a:chOff x="6095999" y="1353864"/>
            <a:chExt cx="2196901" cy="763198"/>
          </a:xfrm>
        </p:grpSpPr>
        <p:sp>
          <p:nvSpPr>
            <p:cNvPr id="642" name="Google Shape;642;p57"/>
            <p:cNvSpPr txBox="1"/>
            <p:nvPr/>
          </p:nvSpPr>
          <p:spPr>
            <a:xfrm>
              <a:off x="6096000" y="1595362"/>
              <a:ext cx="2196900" cy="52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No duplicate Customer IDs (We found 50 duplicates)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  <p:sp>
          <p:nvSpPr>
            <p:cNvPr id="643" name="Google Shape;643;p57"/>
            <p:cNvSpPr txBox="1"/>
            <p:nvPr/>
          </p:nvSpPr>
          <p:spPr>
            <a:xfrm>
              <a:off x="6095999" y="1353864"/>
              <a:ext cx="21969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Uniqueness</a:t>
              </a:r>
              <a:endPara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</p:grpSp>
      <p:sp>
        <p:nvSpPr>
          <p:cNvPr id="644" name="Google Shape;644;p57"/>
          <p:cNvSpPr/>
          <p:nvPr/>
        </p:nvSpPr>
        <p:spPr>
          <a:xfrm rot="-3599773">
            <a:off x="5816570" y="483099"/>
            <a:ext cx="1655211" cy="417732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57"/>
          <p:cNvSpPr/>
          <p:nvPr/>
        </p:nvSpPr>
        <p:spPr>
          <a:xfrm>
            <a:off x="2734516" y="1239250"/>
            <a:ext cx="1509000" cy="267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100013" rotWithShape="0" algn="bl" dir="5400000" dist="19050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46" name="Google Shape;646;p57"/>
          <p:cNvGrpSpPr/>
          <p:nvPr/>
        </p:nvGrpSpPr>
        <p:grpSpPr>
          <a:xfrm>
            <a:off x="2806837" y="2322982"/>
            <a:ext cx="1364056" cy="686420"/>
            <a:chOff x="6095999" y="1353864"/>
            <a:chExt cx="2196901" cy="763198"/>
          </a:xfrm>
        </p:grpSpPr>
        <p:sp>
          <p:nvSpPr>
            <p:cNvPr id="647" name="Google Shape;647;p57"/>
            <p:cNvSpPr txBox="1"/>
            <p:nvPr/>
          </p:nvSpPr>
          <p:spPr>
            <a:xfrm>
              <a:off x="6096000" y="1595362"/>
              <a:ext cx="2196900" cy="52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No missing fields in Email or Phone columns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  <p:sp>
          <p:nvSpPr>
            <p:cNvPr id="648" name="Google Shape;648;p57"/>
            <p:cNvSpPr txBox="1"/>
            <p:nvPr/>
          </p:nvSpPr>
          <p:spPr>
            <a:xfrm>
              <a:off x="6095999" y="1353864"/>
              <a:ext cx="21969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Completeness</a:t>
              </a:r>
              <a:endPara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</p:grpSp>
      <p:sp>
        <p:nvSpPr>
          <p:cNvPr id="649" name="Google Shape;649;p57"/>
          <p:cNvSpPr/>
          <p:nvPr/>
        </p:nvSpPr>
        <p:spPr>
          <a:xfrm>
            <a:off x="4833940" y="1239250"/>
            <a:ext cx="1509000" cy="267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100013" rotWithShape="0" algn="bl" dir="5400000" dist="19050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50" name="Google Shape;650;p57"/>
          <p:cNvGrpSpPr/>
          <p:nvPr/>
        </p:nvGrpSpPr>
        <p:grpSpPr>
          <a:xfrm>
            <a:off x="4906261" y="2322982"/>
            <a:ext cx="1364056" cy="686420"/>
            <a:chOff x="6095999" y="1353864"/>
            <a:chExt cx="2196901" cy="763198"/>
          </a:xfrm>
        </p:grpSpPr>
        <p:sp>
          <p:nvSpPr>
            <p:cNvPr id="651" name="Google Shape;651;p57"/>
            <p:cNvSpPr txBox="1"/>
            <p:nvPr/>
          </p:nvSpPr>
          <p:spPr>
            <a:xfrm>
              <a:off x="6096000" y="1595362"/>
              <a:ext cx="2196900" cy="52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Data must follow standard formats (e.g., +966 for phones)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  <p:sp>
          <p:nvSpPr>
            <p:cNvPr id="652" name="Google Shape;652;p57"/>
            <p:cNvSpPr txBox="1"/>
            <p:nvPr/>
          </p:nvSpPr>
          <p:spPr>
            <a:xfrm>
              <a:off x="6095999" y="1353864"/>
              <a:ext cx="21969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Validity</a:t>
              </a:r>
              <a:endPara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</p:grpSp>
      <p:sp>
        <p:nvSpPr>
          <p:cNvPr id="653" name="Google Shape;653;p57"/>
          <p:cNvSpPr/>
          <p:nvPr/>
        </p:nvSpPr>
        <p:spPr>
          <a:xfrm>
            <a:off x="6933365" y="1239250"/>
            <a:ext cx="1509000" cy="267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100013" rotWithShape="0" algn="bl" dir="5400000" dist="19050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54" name="Google Shape;654;p57"/>
          <p:cNvGrpSpPr/>
          <p:nvPr/>
        </p:nvGrpSpPr>
        <p:grpSpPr>
          <a:xfrm>
            <a:off x="7005686" y="2322982"/>
            <a:ext cx="1364056" cy="686420"/>
            <a:chOff x="6095999" y="1353864"/>
            <a:chExt cx="2196901" cy="763198"/>
          </a:xfrm>
        </p:grpSpPr>
        <p:sp>
          <p:nvSpPr>
            <p:cNvPr id="655" name="Google Shape;655;p57"/>
            <p:cNvSpPr txBox="1"/>
            <p:nvPr/>
          </p:nvSpPr>
          <p:spPr>
            <a:xfrm>
              <a:off x="6096000" y="1595362"/>
              <a:ext cx="2196900" cy="52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Information matches the real-world customer identity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  <p:sp>
          <p:nvSpPr>
            <p:cNvPr id="656" name="Google Shape;656;p57"/>
            <p:cNvSpPr txBox="1"/>
            <p:nvPr/>
          </p:nvSpPr>
          <p:spPr>
            <a:xfrm>
              <a:off x="6095999" y="1353864"/>
              <a:ext cx="21969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Accuracy</a:t>
              </a:r>
              <a:endPara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</p:grpSp>
      <p:sp>
        <p:nvSpPr>
          <p:cNvPr id="657" name="Google Shape;657;p57"/>
          <p:cNvSpPr txBox="1"/>
          <p:nvPr>
            <p:ph idx="4294967295"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Quality Dimensions</a:t>
            </a:r>
            <a:endParaRPr/>
          </a:p>
        </p:txBody>
      </p:sp>
      <p:pic>
        <p:nvPicPr>
          <p:cNvPr descr="change the color to #f8485e" id="658" name="Google Shape;658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6375" y="1487738"/>
            <a:ext cx="686426" cy="6864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59" name="Google Shape;659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45237" y="1487750"/>
            <a:ext cx="686426" cy="686426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60" name="Google Shape;660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45800" y="1487738"/>
            <a:ext cx="686450" cy="68645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61" name="Google Shape;661;p5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270100" y="1413350"/>
            <a:ext cx="835226" cy="835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58"/>
          <p:cNvSpPr txBox="1"/>
          <p:nvPr>
            <p:ph type="title"/>
          </p:nvPr>
        </p:nvSpPr>
        <p:spPr>
          <a:xfrm>
            <a:off x="1378200" y="1590900"/>
            <a:ext cx="1732200" cy="19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en-GB" sz="10000"/>
              <a:t>04</a:t>
            </a:r>
            <a:endParaRPr sz="10000"/>
          </a:p>
        </p:txBody>
      </p:sp>
      <p:sp>
        <p:nvSpPr>
          <p:cNvPr id="667" name="Google Shape;667;p58"/>
          <p:cNvSpPr txBox="1"/>
          <p:nvPr>
            <p:ph idx="2" type="title"/>
          </p:nvPr>
        </p:nvSpPr>
        <p:spPr>
          <a:xfrm>
            <a:off x="3648600" y="2051700"/>
            <a:ext cx="5342700" cy="11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72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GB"/>
              <a:t>Technical Profiling &amp; Finding Insights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2" name="Google Shape;672;p59"/>
          <p:cNvPicPr preferRelativeResize="0"/>
          <p:nvPr/>
        </p:nvPicPr>
        <p:blipFill rotWithShape="1">
          <a:blip r:embed="rId3">
            <a:alphaModFix/>
          </a:blip>
          <a:srcRect b="20" l="0" r="0" t="10"/>
          <a:stretch/>
        </p:blipFill>
        <p:spPr>
          <a:xfrm>
            <a:off x="4724329" y="1170383"/>
            <a:ext cx="4110696" cy="3451428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73" name="Google Shape;673;p59"/>
          <p:cNvPicPr preferRelativeResize="0"/>
          <p:nvPr/>
        </p:nvPicPr>
        <p:blipFill rotWithShape="1">
          <a:blip r:embed="rId3">
            <a:alphaModFix/>
          </a:blip>
          <a:srcRect b="20" l="0" r="0" t="10"/>
          <a:stretch/>
        </p:blipFill>
        <p:spPr>
          <a:xfrm>
            <a:off x="309129" y="1170383"/>
            <a:ext cx="4110696" cy="3451428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74" name="Google Shape;674;p59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Technical Profiling &amp; Finding Insights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image.png" id="675" name="Google Shape;675;p5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24292" y="1227333"/>
            <a:ext cx="4110696" cy="34484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76" name="Google Shape;676;p5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9000" y="1227333"/>
            <a:ext cx="4110696" cy="3448417"/>
          </a:xfrm>
          <a:prstGeom prst="rect">
            <a:avLst/>
          </a:prstGeom>
          <a:noFill/>
          <a:ln>
            <a:noFill/>
          </a:ln>
        </p:spPr>
      </p:pic>
      <p:sp>
        <p:nvSpPr>
          <p:cNvPr id="677" name="Google Shape;677;p59"/>
          <p:cNvSpPr txBox="1"/>
          <p:nvPr/>
        </p:nvSpPr>
        <p:spPr>
          <a:xfrm>
            <a:off x="857094" y="1463318"/>
            <a:ext cx="34929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GB" sz="1800" u="none" cap="none" strike="noStrike">
                <a:solidFill>
                  <a:srgbClr val="F8485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Duplicate Clusters</a:t>
            </a:r>
            <a:endParaRPr sz="18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678" name="Google Shape;678;p59"/>
          <p:cNvSpPr txBox="1"/>
          <p:nvPr/>
        </p:nvSpPr>
        <p:spPr>
          <a:xfrm>
            <a:off x="544985" y="1859162"/>
            <a:ext cx="363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Customer_ID uniqueness is compromised; 50 primary keys are reused across distinct geographic profiles, distorting reporting accuracy. </a:t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679" name="Google Shape;679;p59"/>
          <p:cNvSpPr txBox="1"/>
          <p:nvPr/>
        </p:nvSpPr>
        <p:spPr>
          <a:xfrm>
            <a:off x="5249455" y="1463318"/>
            <a:ext cx="3517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8485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Timeline Integrity Issues </a:t>
            </a:r>
            <a:endParaRPr sz="18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680" name="Google Shape;680;p59"/>
          <p:cNvSpPr txBox="1"/>
          <p:nvPr/>
        </p:nvSpPr>
        <p:spPr>
          <a:xfrm>
            <a:off x="4960183" y="1859162"/>
            <a:ext cx="363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GB" sz="1100" u="none" cap="none" strike="noStrik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Temporal profiling reveals registration dates that defy logic, indicating system clock errors or entry glitches.</a:t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pic>
        <p:nvPicPr>
          <p:cNvPr id="681" name="Google Shape;681;p59"/>
          <p:cNvPicPr preferRelativeResize="0"/>
          <p:nvPr/>
        </p:nvPicPr>
        <p:blipFill rotWithShape="1">
          <a:blip r:embed="rId5">
            <a:alphaModFix/>
          </a:blip>
          <a:srcRect b="0" l="20" r="20" t="0"/>
          <a:stretch/>
        </p:blipFill>
        <p:spPr>
          <a:xfrm>
            <a:off x="544985" y="1486155"/>
            <a:ext cx="220759" cy="197977"/>
          </a:xfrm>
          <a:prstGeom prst="rect">
            <a:avLst/>
          </a:prstGeom>
          <a:noFill/>
          <a:ln>
            <a:noFill/>
          </a:ln>
        </p:spPr>
      </p:pic>
      <p:sp>
        <p:nvSpPr>
          <p:cNvPr id="682" name="Google Shape;682;p59"/>
          <p:cNvSpPr txBox="1"/>
          <p:nvPr/>
        </p:nvSpPr>
        <p:spPr>
          <a:xfrm>
            <a:off x="544975" y="2365173"/>
            <a:ext cx="5664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90">
                <a:solidFill>
                  <a:srgbClr val="3C3C3A"/>
                </a:solidFill>
                <a:latin typeface="Montserrat"/>
                <a:ea typeface="Montserrat"/>
                <a:cs typeface="Montserrat"/>
                <a:sym typeface="Montserrat"/>
              </a:rPr>
              <a:t>50</a:t>
            </a:r>
            <a:endParaRPr b="1" sz="1172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3" name="Google Shape;683;p59"/>
          <p:cNvSpPr txBox="1"/>
          <p:nvPr/>
        </p:nvSpPr>
        <p:spPr>
          <a:xfrm>
            <a:off x="1111378" y="2493400"/>
            <a:ext cx="8889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DUPLICATED</a:t>
            </a:r>
            <a:br>
              <a:rPr b="1" i="0" lang="en-GB" sz="9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IDENTIFIERS</a:t>
            </a:r>
            <a:endParaRPr b="1" sz="9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84" name="Google Shape;684;p5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60183" y="1486155"/>
            <a:ext cx="197923" cy="197923"/>
          </a:xfrm>
          <a:prstGeom prst="rect">
            <a:avLst/>
          </a:prstGeom>
          <a:noFill/>
          <a:ln>
            <a:noFill/>
          </a:ln>
        </p:spPr>
      </p:pic>
      <p:sp>
        <p:nvSpPr>
          <p:cNvPr id="685" name="Google Shape;685;p59"/>
          <p:cNvSpPr txBox="1"/>
          <p:nvPr/>
        </p:nvSpPr>
        <p:spPr>
          <a:xfrm>
            <a:off x="4960183" y="2365179"/>
            <a:ext cx="7257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90">
                <a:solidFill>
                  <a:srgbClr val="3C3C3A"/>
                </a:solidFill>
                <a:latin typeface="Montserrat"/>
                <a:ea typeface="Montserrat"/>
                <a:cs typeface="Montserrat"/>
                <a:sym typeface="Montserrat"/>
              </a:rPr>
              <a:t>63</a:t>
            </a:r>
            <a:endParaRPr b="1" sz="1172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6" name="Google Shape;686;p59"/>
          <p:cNvSpPr txBox="1"/>
          <p:nvPr/>
        </p:nvSpPr>
        <p:spPr>
          <a:xfrm>
            <a:off x="5528957" y="2475873"/>
            <a:ext cx="8124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TIMELINE</a:t>
            </a:r>
            <a:br>
              <a:rPr b="1" i="0" lang="en-GB" sz="9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ANOMALIES</a:t>
            </a:r>
            <a:endParaRPr b="1" sz="9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87" name="Google Shape;687;p5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43348" y="3113497"/>
            <a:ext cx="2642002" cy="1181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8" name="Google Shape;688;p5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876024" y="3113500"/>
            <a:ext cx="3807300" cy="1131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3" name="Google Shape;693;p60"/>
          <p:cNvPicPr preferRelativeResize="0"/>
          <p:nvPr/>
        </p:nvPicPr>
        <p:blipFill rotWithShape="1">
          <a:blip r:embed="rId3">
            <a:alphaModFix/>
          </a:blip>
          <a:srcRect b="20" l="0" r="0" t="10"/>
          <a:stretch/>
        </p:blipFill>
        <p:spPr>
          <a:xfrm>
            <a:off x="4724254" y="1170383"/>
            <a:ext cx="4110696" cy="3451428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4" name="Google Shape;694;p60"/>
          <p:cNvPicPr preferRelativeResize="0"/>
          <p:nvPr/>
        </p:nvPicPr>
        <p:blipFill rotWithShape="1">
          <a:blip r:embed="rId3">
            <a:alphaModFix/>
          </a:blip>
          <a:srcRect b="20" l="0" r="0" t="10"/>
          <a:stretch/>
        </p:blipFill>
        <p:spPr>
          <a:xfrm>
            <a:off x="337404" y="1170383"/>
            <a:ext cx="4110696" cy="3451428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image.png" id="695" name="Google Shape;695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7404" y="1227333"/>
            <a:ext cx="4110696" cy="3448417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60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Technical Profiling &amp; Finding Insights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image.png" id="697" name="Google Shape;697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24367" y="1227333"/>
            <a:ext cx="4110696" cy="3448417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60"/>
          <p:cNvSpPr txBox="1"/>
          <p:nvPr/>
        </p:nvSpPr>
        <p:spPr>
          <a:xfrm>
            <a:off x="834306" y="1463318"/>
            <a:ext cx="3517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GB" sz="1800" u="none" cap="none" strike="noStrike">
                <a:solidFill>
                  <a:srgbClr val="F8485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Invalid Email Strings</a:t>
            </a:r>
            <a:endParaRPr sz="18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699" name="Google Shape;699;p60"/>
          <p:cNvSpPr txBox="1"/>
          <p:nvPr/>
        </p:nvSpPr>
        <p:spPr>
          <a:xfrm>
            <a:off x="545034" y="1859162"/>
            <a:ext cx="363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latin typeface="Montserrat Light"/>
                <a:ea typeface="Montserrat Light"/>
                <a:cs typeface="Montserrat Light"/>
                <a:sym typeface="Montserrat Light"/>
              </a:rPr>
              <a:t>Dummy placeholders (email@invalid) were used to manually circumvent mandatory field constraints, compromising data integrity. </a:t>
            </a:r>
            <a:endParaRPr sz="1100"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00" name="Google Shape;700;p60"/>
          <p:cNvSpPr txBox="1"/>
          <p:nvPr/>
        </p:nvSpPr>
        <p:spPr>
          <a:xfrm>
            <a:off x="5226660" y="1463318"/>
            <a:ext cx="3541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8485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Unreachable Phone Data </a:t>
            </a:r>
            <a:endParaRPr sz="18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01" name="Google Shape;701;p60"/>
          <p:cNvSpPr txBox="1"/>
          <p:nvPr/>
        </p:nvSpPr>
        <p:spPr>
          <a:xfrm>
            <a:off x="4960226" y="1859162"/>
            <a:ext cx="363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latin typeface="Montserrat Light"/>
                <a:ea typeface="Montserrat Light"/>
                <a:cs typeface="Montserrat Light"/>
                <a:sym typeface="Montserrat Light"/>
              </a:rPr>
              <a:t>132 records found with 'Invalid' text, internal extensions (x), and lengths that are universally impossible. </a:t>
            </a:r>
            <a:endParaRPr sz="1100"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pic>
        <p:nvPicPr>
          <p:cNvPr descr="image.png" id="702" name="Google Shape;702;p6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5034" y="1486155"/>
            <a:ext cx="197922" cy="197922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60"/>
          <p:cNvSpPr txBox="1"/>
          <p:nvPr/>
        </p:nvSpPr>
        <p:spPr>
          <a:xfrm>
            <a:off x="545025" y="2365173"/>
            <a:ext cx="6498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90">
                <a:solidFill>
                  <a:srgbClr val="3C3C3A"/>
                </a:solidFill>
                <a:latin typeface="Montserrat"/>
                <a:ea typeface="Montserrat"/>
                <a:cs typeface="Montserrat"/>
                <a:sym typeface="Montserrat"/>
              </a:rPr>
              <a:t>62 </a:t>
            </a:r>
            <a:endParaRPr b="1" sz="1172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4" name="Google Shape;704;p60"/>
          <p:cNvSpPr txBox="1"/>
          <p:nvPr/>
        </p:nvSpPr>
        <p:spPr>
          <a:xfrm>
            <a:off x="1108750" y="2472398"/>
            <a:ext cx="10374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HARDCODED</a:t>
            </a:r>
            <a:br>
              <a:rPr b="1" i="0" lang="en-GB" sz="9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PLACEHOLDERS</a:t>
            </a:r>
            <a:endParaRPr b="1" sz="9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705" name="Google Shape;705;p6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60226" y="1486155"/>
            <a:ext cx="175085" cy="197922"/>
          </a:xfrm>
          <a:prstGeom prst="rect">
            <a:avLst/>
          </a:prstGeom>
          <a:noFill/>
          <a:ln>
            <a:noFill/>
          </a:ln>
        </p:spPr>
      </p:pic>
      <p:sp>
        <p:nvSpPr>
          <p:cNvPr id="706" name="Google Shape;706;p60"/>
          <p:cNvSpPr txBox="1"/>
          <p:nvPr/>
        </p:nvSpPr>
        <p:spPr>
          <a:xfrm>
            <a:off x="4960226" y="2357554"/>
            <a:ext cx="13000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90">
                <a:solidFill>
                  <a:srgbClr val="3C3C3A"/>
                </a:solidFill>
                <a:latin typeface="Montserrat"/>
                <a:ea typeface="Montserrat"/>
                <a:cs typeface="Montserrat"/>
                <a:sym typeface="Montserrat"/>
              </a:rPr>
              <a:t>132</a:t>
            </a:r>
            <a:endParaRPr b="1" sz="1172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7" name="Google Shape;707;p60"/>
          <p:cNvSpPr txBox="1"/>
          <p:nvPr/>
        </p:nvSpPr>
        <p:spPr>
          <a:xfrm>
            <a:off x="5850000" y="2472400"/>
            <a:ext cx="11364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CONTACT</a:t>
            </a:r>
            <a:br>
              <a:rPr b="1" i="0" lang="en-GB" sz="9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UNREACHABILITY</a:t>
            </a:r>
            <a:endParaRPr b="1" sz="9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08" name="Google Shape;708;p60"/>
          <p:cNvPicPr preferRelativeResize="0"/>
          <p:nvPr/>
        </p:nvPicPr>
        <p:blipFill rotWithShape="1">
          <a:blip r:embed="rId7">
            <a:alphaModFix/>
          </a:blip>
          <a:srcRect b="4159" l="0" r="0" t="0"/>
          <a:stretch/>
        </p:blipFill>
        <p:spPr>
          <a:xfrm>
            <a:off x="5046375" y="2938425"/>
            <a:ext cx="3466450" cy="1375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9" name="Google Shape;709;p6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73250" y="3059112"/>
            <a:ext cx="3639000" cy="11935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4" name="Google Shape;714;p61"/>
          <p:cNvPicPr preferRelativeResize="0"/>
          <p:nvPr/>
        </p:nvPicPr>
        <p:blipFill rotWithShape="1">
          <a:blip r:embed="rId3">
            <a:alphaModFix/>
          </a:blip>
          <a:srcRect b="20" l="0" r="0" t="10"/>
          <a:stretch/>
        </p:blipFill>
        <p:spPr>
          <a:xfrm>
            <a:off x="4724379" y="1170383"/>
            <a:ext cx="4110696" cy="3451428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15" name="Google Shape;715;p61"/>
          <p:cNvPicPr preferRelativeResize="0"/>
          <p:nvPr/>
        </p:nvPicPr>
        <p:blipFill rotWithShape="1">
          <a:blip r:embed="rId3">
            <a:alphaModFix/>
          </a:blip>
          <a:srcRect b="20" l="0" r="0" t="10"/>
          <a:stretch/>
        </p:blipFill>
        <p:spPr>
          <a:xfrm>
            <a:off x="337404" y="1170383"/>
            <a:ext cx="4110696" cy="3451428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image.png" id="716" name="Google Shape;716;p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7404" y="1227333"/>
            <a:ext cx="4110696" cy="3448417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61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Technical Profiling &amp; Finding Insights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image.png" id="718" name="Google Shape;718;p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24242" y="1227333"/>
            <a:ext cx="4110696" cy="3448417"/>
          </a:xfrm>
          <a:prstGeom prst="rect">
            <a:avLst/>
          </a:prstGeom>
          <a:noFill/>
          <a:ln>
            <a:noFill/>
          </a:ln>
        </p:spPr>
      </p:pic>
      <p:sp>
        <p:nvSpPr>
          <p:cNvPr id="719" name="Google Shape;719;p61"/>
          <p:cNvSpPr txBox="1"/>
          <p:nvPr/>
        </p:nvSpPr>
        <p:spPr>
          <a:xfrm>
            <a:off x="834306" y="1463318"/>
            <a:ext cx="3517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8485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Age &amp; Name Profiling</a:t>
            </a:r>
            <a:endParaRPr sz="1800">
              <a:solidFill>
                <a:srgbClr val="F8485E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20" name="Google Shape;720;p61"/>
          <p:cNvSpPr txBox="1"/>
          <p:nvPr/>
        </p:nvSpPr>
        <p:spPr>
          <a:xfrm>
            <a:off x="545034" y="1859162"/>
            <a:ext cx="363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Age distribution analysis indicates extreme values from manual entry bypass or default errors, alongside invalid entries in the name field.</a:t>
            </a:r>
            <a:endParaRPr/>
          </a:p>
        </p:txBody>
      </p:sp>
      <p:sp>
        <p:nvSpPr>
          <p:cNvPr id="721" name="Google Shape;721;p61"/>
          <p:cNvSpPr txBox="1"/>
          <p:nvPr/>
        </p:nvSpPr>
        <p:spPr>
          <a:xfrm>
            <a:off x="5226663" y="1463316"/>
            <a:ext cx="35412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8485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Null Values &amp; Empty Fields</a:t>
            </a:r>
            <a:endParaRPr sz="1800">
              <a:solidFill>
                <a:srgbClr val="F8485E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22" name="Google Shape;722;p61"/>
          <p:cNvSpPr txBox="1"/>
          <p:nvPr/>
        </p:nvSpPr>
        <p:spPr>
          <a:xfrm>
            <a:off x="4960229" y="1859166"/>
            <a:ext cx="3639000" cy="50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The analysis identifies significant gaps in mandatory data fields, where null values and empty strings compromise record completeness.</a:t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23" name="Google Shape;723;p61"/>
          <p:cNvSpPr txBox="1"/>
          <p:nvPr/>
        </p:nvSpPr>
        <p:spPr>
          <a:xfrm>
            <a:off x="545025" y="2365173"/>
            <a:ext cx="13000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9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200</a:t>
            </a:r>
            <a:endParaRPr b="1" sz="1172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24" name="Google Shape;724;p61"/>
          <p:cNvSpPr txBox="1"/>
          <p:nvPr/>
        </p:nvSpPr>
        <p:spPr>
          <a:xfrm>
            <a:off x="1344525" y="2476548"/>
            <a:ext cx="9561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Inaccurate Ages</a:t>
            </a:r>
            <a:endParaRPr b="1" sz="9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25" name="Google Shape;725;p61"/>
          <p:cNvSpPr txBox="1"/>
          <p:nvPr/>
        </p:nvSpPr>
        <p:spPr>
          <a:xfrm>
            <a:off x="4960225" y="2357548"/>
            <a:ext cx="5556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9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58</a:t>
            </a:r>
            <a:endParaRPr b="1" sz="1172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26" name="Google Shape;726;p61"/>
          <p:cNvSpPr txBox="1"/>
          <p:nvPr/>
        </p:nvSpPr>
        <p:spPr>
          <a:xfrm>
            <a:off x="5515827" y="2482157"/>
            <a:ext cx="10374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Missing Data</a:t>
            </a:r>
            <a:endParaRPr b="1" sz="900">
              <a:solidFill>
                <a:srgbClr val="F8485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Points</a:t>
            </a:r>
            <a:endParaRPr b="1" sz="900">
              <a:solidFill>
                <a:srgbClr val="F8485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27" name="Google Shape;727;p61"/>
          <p:cNvPicPr preferRelativeResize="0"/>
          <p:nvPr/>
        </p:nvPicPr>
        <p:blipFill rotWithShape="1">
          <a:blip r:embed="rId5">
            <a:alphaModFix/>
          </a:blip>
          <a:srcRect b="0" l="40" r="30" t="0"/>
          <a:stretch/>
        </p:blipFill>
        <p:spPr>
          <a:xfrm>
            <a:off x="545024" y="1487363"/>
            <a:ext cx="251200" cy="197867"/>
          </a:xfrm>
          <a:prstGeom prst="rect">
            <a:avLst/>
          </a:prstGeom>
          <a:noFill/>
          <a:ln>
            <a:noFill/>
          </a:ln>
        </p:spPr>
      </p:pic>
      <p:pic>
        <p:nvPicPr>
          <p:cNvPr id="728" name="Google Shape;728;p6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0475" y="3117300"/>
            <a:ext cx="3864550" cy="138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0" name="Google Shape;730;p6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941396" y="3117294"/>
            <a:ext cx="3676653" cy="11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31" name="Google Shape;731;p61"/>
          <p:cNvSpPr txBox="1"/>
          <p:nvPr/>
        </p:nvSpPr>
        <p:spPr>
          <a:xfrm>
            <a:off x="2300625" y="2365175"/>
            <a:ext cx="2913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9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1172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2" name="Google Shape;732;p61"/>
          <p:cNvSpPr txBox="1"/>
          <p:nvPr/>
        </p:nvSpPr>
        <p:spPr>
          <a:xfrm>
            <a:off x="2591925" y="2485673"/>
            <a:ext cx="9561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Inaccurate </a:t>
            </a:r>
            <a:endParaRPr b="1" sz="900">
              <a:solidFill>
                <a:srgbClr val="F8485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Names</a:t>
            </a:r>
            <a:endParaRPr b="1" sz="900">
              <a:solidFill>
                <a:srgbClr val="F8485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62"/>
          <p:cNvSpPr txBox="1"/>
          <p:nvPr>
            <p:ph type="title"/>
          </p:nvPr>
        </p:nvSpPr>
        <p:spPr>
          <a:xfrm>
            <a:off x="1378200" y="1590900"/>
            <a:ext cx="1732200" cy="19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en-GB" sz="10000"/>
              <a:t>05</a:t>
            </a:r>
            <a:endParaRPr sz="10000"/>
          </a:p>
        </p:txBody>
      </p:sp>
      <p:sp>
        <p:nvSpPr>
          <p:cNvPr id="738" name="Google Shape;738;p62"/>
          <p:cNvSpPr txBox="1"/>
          <p:nvPr>
            <p:ph idx="2" type="title"/>
          </p:nvPr>
        </p:nvSpPr>
        <p:spPr>
          <a:xfrm>
            <a:off x="3648600" y="2051700"/>
            <a:ext cx="5377200" cy="11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72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GB"/>
              <a:t>Strategic Recommendations &amp; Roadmap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63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Strategic Recommendations &amp; Roadmap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744" name="Google Shape;744;p63"/>
          <p:cNvSpPr/>
          <p:nvPr/>
        </p:nvSpPr>
        <p:spPr>
          <a:xfrm>
            <a:off x="526800" y="2667000"/>
            <a:ext cx="8077200" cy="2095500"/>
          </a:xfrm>
          <a:prstGeom prst="roundRect">
            <a:avLst>
              <a:gd fmla="val 5454" name="adj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5" name="Google Shape;745;p63"/>
          <p:cNvSpPr txBox="1"/>
          <p:nvPr/>
        </p:nvSpPr>
        <p:spPr>
          <a:xfrm>
            <a:off x="762000" y="2857500"/>
            <a:ext cx="3810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PROJECT ROADMAP </a:t>
            </a:r>
            <a:endParaRPr b="1"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7" name="Google Shape;747;p63"/>
          <p:cNvSpPr/>
          <p:nvPr/>
        </p:nvSpPr>
        <p:spPr>
          <a:xfrm>
            <a:off x="895350" y="3371850"/>
            <a:ext cx="114300" cy="1143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8" name="Google Shape;748;p63"/>
          <p:cNvSpPr/>
          <p:nvPr/>
        </p:nvSpPr>
        <p:spPr>
          <a:xfrm>
            <a:off x="3371850" y="3371850"/>
            <a:ext cx="114300" cy="1143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9" name="Google Shape;749;p63"/>
          <p:cNvSpPr/>
          <p:nvPr/>
        </p:nvSpPr>
        <p:spPr>
          <a:xfrm>
            <a:off x="5848350" y="3371850"/>
            <a:ext cx="114300" cy="1143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0" name="Google Shape;750;p63"/>
          <p:cNvSpPr txBox="1"/>
          <p:nvPr/>
        </p:nvSpPr>
        <p:spPr>
          <a:xfrm>
            <a:off x="952500" y="3571875"/>
            <a:ext cx="20955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PHASE 1 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Correction </a:t>
            </a:r>
            <a:endParaRPr sz="11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9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Fix the past: Clean 1,000 records and remove placeholders.</a:t>
            </a:r>
            <a:endParaRPr sz="9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51" name="Google Shape;751;p63"/>
          <p:cNvSpPr txBox="1"/>
          <p:nvPr/>
        </p:nvSpPr>
        <p:spPr>
          <a:xfrm>
            <a:off x="3429000" y="3571875"/>
            <a:ext cx="20955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PHASE 2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Standards </a:t>
            </a:r>
            <a:endParaRPr sz="11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9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Secure the present: Unified validation across all platforms.</a:t>
            </a:r>
            <a:endParaRPr sz="9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52" name="Google Shape;752;p63"/>
          <p:cNvSpPr txBox="1"/>
          <p:nvPr/>
        </p:nvSpPr>
        <p:spPr>
          <a:xfrm>
            <a:off x="5905500" y="3571875"/>
            <a:ext cx="20955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PHASE 3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Monitoring</a:t>
            </a:r>
            <a:endParaRPr sz="11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9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Protect the future: Live dashboards for real-time audits.</a:t>
            </a:r>
            <a:endParaRPr sz="9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pic>
        <p:nvPicPr>
          <p:cNvPr id="753" name="Google Shape;753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37000" y="1308300"/>
            <a:ext cx="333025" cy="3211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54" name="Google Shape;754;p63"/>
          <p:cNvGrpSpPr/>
          <p:nvPr/>
        </p:nvGrpSpPr>
        <p:grpSpPr>
          <a:xfrm>
            <a:off x="533400" y="1143000"/>
            <a:ext cx="8077350" cy="1333500"/>
            <a:chOff x="533400" y="1143000"/>
            <a:chExt cx="8077350" cy="1333500"/>
          </a:xfrm>
        </p:grpSpPr>
        <p:pic>
          <p:nvPicPr>
            <p:cNvPr id="755" name="Google Shape;755;p6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33400" y="1143000"/>
              <a:ext cx="2571900" cy="133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56" name="Google Shape;756;p63"/>
            <p:cNvSpPr/>
            <p:nvPr/>
          </p:nvSpPr>
          <p:spPr>
            <a:xfrm>
              <a:off x="533400" y="1143000"/>
              <a:ext cx="38100" cy="1333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63"/>
            <p:cNvSpPr txBox="1"/>
            <p:nvPr/>
          </p:nvSpPr>
          <p:spPr>
            <a:xfrm>
              <a:off x="723900" y="1666875"/>
              <a:ext cx="21909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GOVERNANCE</a:t>
              </a:r>
              <a:endParaRPr b="1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GB" sz="9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Align IKEA data standards with NDMO &amp; SDAIA frameworks for full PDPL compliance.</a:t>
              </a:r>
              <a:endParaRPr sz="9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  <p:pic>
          <p:nvPicPr>
            <p:cNvPr id="759" name="Google Shape;759;p6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3286125" y="1143000"/>
              <a:ext cx="2571900" cy="133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60" name="Google Shape;760;p63"/>
            <p:cNvSpPr/>
            <p:nvPr/>
          </p:nvSpPr>
          <p:spPr>
            <a:xfrm>
              <a:off x="3286125" y="1143000"/>
              <a:ext cx="38100" cy="1333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761" name="Google Shape;761;p6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038850" y="1143000"/>
              <a:ext cx="2571900" cy="133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62" name="Google Shape;762;p63"/>
            <p:cNvSpPr/>
            <p:nvPr/>
          </p:nvSpPr>
          <p:spPr>
            <a:xfrm>
              <a:off x="6038850" y="1143000"/>
              <a:ext cx="38100" cy="1333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" name="Google Shape;763;p63"/>
            <p:cNvSpPr txBox="1"/>
            <p:nvPr/>
          </p:nvSpPr>
          <p:spPr>
            <a:xfrm>
              <a:off x="6229350" y="1666875"/>
              <a:ext cx="21909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IDENTITY FIX</a:t>
              </a:r>
              <a:endParaRPr b="1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GB" sz="9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Resolve 50+ identity collisions by re-assigning unique IDs to ensure a single "Golden Customer Identity”. </a:t>
              </a:r>
              <a:endParaRPr sz="9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  <p:sp>
          <p:nvSpPr>
            <p:cNvPr id="764" name="Google Shape;764;p63"/>
            <p:cNvSpPr txBox="1"/>
            <p:nvPr/>
          </p:nvSpPr>
          <p:spPr>
            <a:xfrm>
              <a:off x="3476625" y="1666875"/>
              <a:ext cx="21909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VALIDATION</a:t>
              </a:r>
              <a:endParaRPr b="1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GB" sz="9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Deploy real-time automated validation for mobile numbers and email formats.</a:t>
              </a:r>
              <a:endParaRPr sz="9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</p:grpSp>
      <p:pic>
        <p:nvPicPr>
          <p:cNvPr id="765" name="Google Shape;765;p6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86143" y="1343568"/>
            <a:ext cx="296426" cy="2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6" name="Google Shape;766;p63"/>
          <p:cNvPicPr preferRelativeResize="0"/>
          <p:nvPr/>
        </p:nvPicPr>
        <p:blipFill rotWithShape="1">
          <a:blip r:embed="rId6">
            <a:alphaModFix/>
          </a:blip>
          <a:srcRect b="1238" l="0" r="0" t="1248"/>
          <a:stretch/>
        </p:blipFill>
        <p:spPr>
          <a:xfrm>
            <a:off x="6223900" y="1333125"/>
            <a:ext cx="296425" cy="271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64"/>
          <p:cNvSpPr txBox="1"/>
          <p:nvPr>
            <p:ph type="title"/>
          </p:nvPr>
        </p:nvSpPr>
        <p:spPr>
          <a:xfrm>
            <a:off x="1378200" y="1590900"/>
            <a:ext cx="1732200" cy="19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en-GB" sz="10000"/>
              <a:t>06</a:t>
            </a:r>
            <a:endParaRPr sz="10000"/>
          </a:p>
        </p:txBody>
      </p:sp>
      <p:sp>
        <p:nvSpPr>
          <p:cNvPr id="772" name="Google Shape;772;p64"/>
          <p:cNvSpPr txBox="1"/>
          <p:nvPr>
            <p:ph idx="2" type="title"/>
          </p:nvPr>
        </p:nvSpPr>
        <p:spPr>
          <a:xfrm>
            <a:off x="3648600" y="2244550"/>
            <a:ext cx="5377200" cy="10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72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GB"/>
              <a:t>Conclusion &amp; Q&amp;A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65"/>
          <p:cNvSpPr/>
          <p:nvPr/>
        </p:nvSpPr>
        <p:spPr>
          <a:xfrm>
            <a:off x="730050" y="4212000"/>
            <a:ext cx="7625100" cy="432000"/>
          </a:xfrm>
          <a:prstGeom prst="roundRect">
            <a:avLst>
              <a:gd fmla="val 16667" name="adj"/>
            </a:avLst>
          </a:prstGeom>
          <a:solidFill>
            <a:schemeClr val="dk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78" name="Google Shape;778;p65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Conclusion &amp; Q&amp;A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779" name="Google Shape;779;p65"/>
          <p:cNvSpPr/>
          <p:nvPr/>
        </p:nvSpPr>
        <p:spPr>
          <a:xfrm>
            <a:off x="761045" y="1446218"/>
            <a:ext cx="2085365" cy="1420802"/>
          </a:xfrm>
          <a:custGeom>
            <a:rect b="b" l="l" r="r" t="t"/>
            <a:pathLst>
              <a:path extrusionOk="0" h="21587" w="20850">
                <a:moveTo>
                  <a:pt x="20690" y="3852"/>
                </a:moveTo>
                <a:lnTo>
                  <a:pt x="15864" y="19995"/>
                </a:lnTo>
                <a:cubicBezTo>
                  <a:pt x="15577" y="20971"/>
                  <a:pt x="14935" y="21587"/>
                  <a:pt x="14233" y="21587"/>
                </a:cubicBezTo>
                <a:lnTo>
                  <a:pt x="1794" y="21587"/>
                </a:lnTo>
                <a:cubicBezTo>
                  <a:pt x="492" y="21587"/>
                  <a:pt x="-378" y="19532"/>
                  <a:pt x="163" y="17734"/>
                </a:cubicBezTo>
                <a:lnTo>
                  <a:pt x="4988" y="1592"/>
                </a:lnTo>
                <a:cubicBezTo>
                  <a:pt x="5276" y="616"/>
                  <a:pt x="5918" y="0"/>
                  <a:pt x="6619" y="0"/>
                </a:cubicBezTo>
                <a:lnTo>
                  <a:pt x="19059" y="0"/>
                </a:lnTo>
                <a:cubicBezTo>
                  <a:pt x="20360" y="-13"/>
                  <a:pt x="21222" y="2042"/>
                  <a:pt x="20690" y="385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21425" lIns="21425" spcFirstLastPara="1" rIns="21425" wrap="square" tIns="2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65"/>
          <p:cNvSpPr/>
          <p:nvPr/>
        </p:nvSpPr>
        <p:spPr>
          <a:xfrm>
            <a:off x="4674392" y="1446218"/>
            <a:ext cx="2086532" cy="1420802"/>
          </a:xfrm>
          <a:custGeom>
            <a:rect b="b" l="l" r="r" t="t"/>
            <a:pathLst>
              <a:path extrusionOk="0" h="21587" w="20845">
                <a:moveTo>
                  <a:pt x="20683" y="3852"/>
                </a:moveTo>
                <a:lnTo>
                  <a:pt x="15861" y="19995"/>
                </a:lnTo>
                <a:cubicBezTo>
                  <a:pt x="15574" y="20971"/>
                  <a:pt x="14932" y="21587"/>
                  <a:pt x="14231" y="21587"/>
                </a:cubicBezTo>
                <a:lnTo>
                  <a:pt x="1793" y="21587"/>
                </a:lnTo>
                <a:cubicBezTo>
                  <a:pt x="493" y="21587"/>
                  <a:pt x="-377" y="19532"/>
                  <a:pt x="163" y="17734"/>
                </a:cubicBezTo>
                <a:lnTo>
                  <a:pt x="4985" y="1592"/>
                </a:lnTo>
                <a:cubicBezTo>
                  <a:pt x="5272" y="616"/>
                  <a:pt x="5914" y="0"/>
                  <a:pt x="6615" y="0"/>
                </a:cubicBezTo>
                <a:lnTo>
                  <a:pt x="19044" y="0"/>
                </a:lnTo>
                <a:cubicBezTo>
                  <a:pt x="20353" y="-13"/>
                  <a:pt x="21223" y="2042"/>
                  <a:pt x="20683" y="38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21425" lIns="21425" spcFirstLastPara="1" rIns="21425" wrap="square" tIns="2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65"/>
          <p:cNvSpPr/>
          <p:nvPr/>
        </p:nvSpPr>
        <p:spPr>
          <a:xfrm>
            <a:off x="2392310" y="2240719"/>
            <a:ext cx="2085646" cy="1420848"/>
          </a:xfrm>
          <a:custGeom>
            <a:rect b="b" l="l" r="r" t="t"/>
            <a:pathLst>
              <a:path extrusionOk="0" h="21600" w="20845">
                <a:moveTo>
                  <a:pt x="20681" y="3855"/>
                </a:moveTo>
                <a:lnTo>
                  <a:pt x="15858" y="20007"/>
                </a:lnTo>
                <a:cubicBezTo>
                  <a:pt x="15571" y="20983"/>
                  <a:pt x="14929" y="21600"/>
                  <a:pt x="14228" y="21600"/>
                </a:cubicBezTo>
                <a:lnTo>
                  <a:pt x="1793" y="21600"/>
                </a:lnTo>
                <a:cubicBezTo>
                  <a:pt x="492" y="21600"/>
                  <a:pt x="-378" y="19544"/>
                  <a:pt x="163" y="17745"/>
                </a:cubicBezTo>
                <a:lnTo>
                  <a:pt x="4986" y="1593"/>
                </a:lnTo>
                <a:cubicBezTo>
                  <a:pt x="5273" y="617"/>
                  <a:pt x="5915" y="0"/>
                  <a:pt x="6616" y="0"/>
                </a:cubicBezTo>
                <a:lnTo>
                  <a:pt x="19051" y="0"/>
                </a:lnTo>
                <a:cubicBezTo>
                  <a:pt x="20352" y="0"/>
                  <a:pt x="21222" y="2056"/>
                  <a:pt x="20681" y="3855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21425" lIns="21425" spcFirstLastPara="1" rIns="21425" wrap="square" tIns="2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65"/>
          <p:cNvSpPr/>
          <p:nvPr/>
        </p:nvSpPr>
        <p:spPr>
          <a:xfrm>
            <a:off x="6297204" y="2240719"/>
            <a:ext cx="2085747" cy="1420848"/>
          </a:xfrm>
          <a:custGeom>
            <a:rect b="b" l="l" r="r" t="t"/>
            <a:pathLst>
              <a:path extrusionOk="0" h="21600" w="20846">
                <a:moveTo>
                  <a:pt x="20681" y="3855"/>
                </a:moveTo>
                <a:lnTo>
                  <a:pt x="15858" y="20007"/>
                </a:lnTo>
                <a:cubicBezTo>
                  <a:pt x="15571" y="20983"/>
                  <a:pt x="14929" y="21600"/>
                  <a:pt x="14228" y="21600"/>
                </a:cubicBezTo>
                <a:lnTo>
                  <a:pt x="1793" y="21600"/>
                </a:lnTo>
                <a:cubicBezTo>
                  <a:pt x="492" y="21600"/>
                  <a:pt x="-378" y="19544"/>
                  <a:pt x="163" y="17745"/>
                </a:cubicBezTo>
                <a:lnTo>
                  <a:pt x="4986" y="1593"/>
                </a:lnTo>
                <a:cubicBezTo>
                  <a:pt x="5273" y="617"/>
                  <a:pt x="5915" y="0"/>
                  <a:pt x="6616" y="0"/>
                </a:cubicBezTo>
                <a:lnTo>
                  <a:pt x="19051" y="0"/>
                </a:lnTo>
                <a:cubicBezTo>
                  <a:pt x="20360" y="0"/>
                  <a:pt x="21222" y="2056"/>
                  <a:pt x="20681" y="3855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21425" lIns="21425" spcFirstLastPara="1" rIns="21425" wrap="square" tIns="2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65"/>
          <p:cNvSpPr/>
          <p:nvPr/>
        </p:nvSpPr>
        <p:spPr>
          <a:xfrm>
            <a:off x="761045" y="3073009"/>
            <a:ext cx="1302000" cy="10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Explored global Data Quality dimensions and their business impact.</a:t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84" name="Google Shape;784;p65"/>
          <p:cNvSpPr/>
          <p:nvPr/>
        </p:nvSpPr>
        <p:spPr>
          <a:xfrm>
            <a:off x="3175904" y="1269870"/>
            <a:ext cx="1302000" cy="10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Profiled 1,000 IKEA customer records for technical accuracy.</a:t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85" name="Google Shape;785;p65"/>
          <p:cNvSpPr/>
          <p:nvPr/>
        </p:nvSpPr>
        <p:spPr>
          <a:xfrm>
            <a:off x="4673226" y="3073009"/>
            <a:ext cx="1302000" cy="10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Detected critical anomalies in identity, contactability, and logic.</a:t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86" name="Google Shape;786;p65"/>
          <p:cNvSpPr/>
          <p:nvPr/>
        </p:nvSpPr>
        <p:spPr>
          <a:xfrm>
            <a:off x="7084151" y="1269870"/>
            <a:ext cx="1302000" cy="10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Delivered a strategic roadmap to ensure a "Single Source of Truth.</a:t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87" name="Google Shape;787;p65"/>
          <p:cNvSpPr txBox="1"/>
          <p:nvPr/>
        </p:nvSpPr>
        <p:spPr>
          <a:xfrm>
            <a:off x="1854649" y="1584625"/>
            <a:ext cx="750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8" name="Google Shape;788;p65"/>
          <p:cNvSpPr txBox="1"/>
          <p:nvPr/>
        </p:nvSpPr>
        <p:spPr>
          <a:xfrm>
            <a:off x="1033420" y="2324539"/>
            <a:ext cx="13113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0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DQ Framework 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9" name="Google Shape;789;p65"/>
          <p:cNvSpPr txBox="1"/>
          <p:nvPr/>
        </p:nvSpPr>
        <p:spPr>
          <a:xfrm>
            <a:off x="5773400" y="1584625"/>
            <a:ext cx="7458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0" name="Google Shape;790;p65"/>
          <p:cNvSpPr txBox="1"/>
          <p:nvPr/>
        </p:nvSpPr>
        <p:spPr>
          <a:xfrm>
            <a:off x="4946766" y="2324539"/>
            <a:ext cx="1311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0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Key Findings 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1" name="Google Shape;791;p65"/>
          <p:cNvSpPr txBox="1"/>
          <p:nvPr/>
        </p:nvSpPr>
        <p:spPr>
          <a:xfrm>
            <a:off x="3486188" y="2379125"/>
            <a:ext cx="750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2" name="Google Shape;792;p65"/>
          <p:cNvSpPr txBox="1"/>
          <p:nvPr/>
        </p:nvSpPr>
        <p:spPr>
          <a:xfrm>
            <a:off x="2664684" y="3119040"/>
            <a:ext cx="1311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0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Audit Scope 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3" name="Google Shape;793;p65"/>
          <p:cNvSpPr txBox="1"/>
          <p:nvPr/>
        </p:nvSpPr>
        <p:spPr>
          <a:xfrm>
            <a:off x="7395175" y="2379125"/>
            <a:ext cx="7458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04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4" name="Google Shape;794;p65"/>
          <p:cNvSpPr txBox="1"/>
          <p:nvPr/>
        </p:nvSpPr>
        <p:spPr>
          <a:xfrm>
            <a:off x="6569579" y="3119040"/>
            <a:ext cx="13113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0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Final Outcome 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5" name="Google Shape;795;p65"/>
          <p:cNvSpPr/>
          <p:nvPr/>
        </p:nvSpPr>
        <p:spPr>
          <a:xfrm>
            <a:off x="730050" y="4250588"/>
            <a:ext cx="7625100" cy="4320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Montserrat Light"/>
                <a:ea typeface="Montserrat Light"/>
                <a:cs typeface="Montserrat Light"/>
                <a:sym typeface="Montserrat Light"/>
              </a:rPr>
              <a:t>Clean data isn't just a technical goal; it's a foundation for trust, efficiency, and growth.</a:t>
            </a:r>
            <a:endParaRPr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Simple Light">
      <a:dk1>
        <a:srgbClr val="3C3C3A"/>
      </a:dk1>
      <a:lt1>
        <a:srgbClr val="FFFFFF"/>
      </a:lt1>
      <a:dk2>
        <a:srgbClr val="3C3C3A"/>
      </a:dk2>
      <a:lt2>
        <a:srgbClr val="F8485E"/>
      </a:lt2>
      <a:accent1>
        <a:srgbClr val="F8485E"/>
      </a:accent1>
      <a:accent2>
        <a:srgbClr val="FCA2AE"/>
      </a:accent2>
      <a:accent3>
        <a:srgbClr val="FDDADE"/>
      </a:accent3>
      <a:accent4>
        <a:srgbClr val="D7EBE7"/>
      </a:accent4>
      <a:accent5>
        <a:srgbClr val="EFEADC"/>
      </a:accent5>
      <a:accent6>
        <a:srgbClr val="EFEEEE"/>
      </a:accent6>
      <a:hlink>
        <a:srgbClr val="F8485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